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sldIdLst>
    <p:sldId id="257" r:id="rId2"/>
    <p:sldId id="264" r:id="rId3"/>
    <p:sldId id="258" r:id="rId4"/>
    <p:sldId id="260" r:id="rId5"/>
    <p:sldId id="261" r:id="rId6"/>
    <p:sldId id="262" r:id="rId7"/>
    <p:sldId id="263" r:id="rId8"/>
    <p:sldId id="26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YAN JOSE ROJAS" userId="bcfd95bf-78e5-43e4-9187-a12cc3f7069a" providerId="ADAL" clId="{665E3C88-660E-43A6-843F-E6DCC07BD531}"/>
    <pc:docChg chg="undo custSel modSld">
      <pc:chgData name="BRYAN JOSE ROJAS" userId="bcfd95bf-78e5-43e4-9187-a12cc3f7069a" providerId="ADAL" clId="{665E3C88-660E-43A6-843F-E6DCC07BD531}" dt="2025-10-18T23:45:05.969" v="7" actId="2085"/>
      <pc:docMkLst>
        <pc:docMk/>
      </pc:docMkLst>
      <pc:sldChg chg="modSp mod">
        <pc:chgData name="BRYAN JOSE ROJAS" userId="bcfd95bf-78e5-43e4-9187-a12cc3f7069a" providerId="ADAL" clId="{665E3C88-660E-43A6-843F-E6DCC07BD531}" dt="2025-10-18T23:44:17.378" v="2" actId="1076"/>
        <pc:sldMkLst>
          <pc:docMk/>
          <pc:sldMk cId="1841306345" sldId="257"/>
        </pc:sldMkLst>
        <pc:spChg chg="mod">
          <ac:chgData name="BRYAN JOSE ROJAS" userId="bcfd95bf-78e5-43e4-9187-a12cc3f7069a" providerId="ADAL" clId="{665E3C88-660E-43A6-843F-E6DCC07BD531}" dt="2025-10-18T23:44:12.056" v="1" actId="1076"/>
          <ac:spMkLst>
            <pc:docMk/>
            <pc:sldMk cId="1841306345" sldId="257"/>
            <ac:spMk id="2" creationId="{04DD3324-8E67-EFE3-75FB-4A3EBB788B86}"/>
          </ac:spMkLst>
        </pc:spChg>
        <pc:graphicFrameChg chg="mod">
          <ac:chgData name="BRYAN JOSE ROJAS" userId="bcfd95bf-78e5-43e4-9187-a12cc3f7069a" providerId="ADAL" clId="{665E3C88-660E-43A6-843F-E6DCC07BD531}" dt="2025-10-18T23:44:17.378" v="2" actId="1076"/>
          <ac:graphicFrameMkLst>
            <pc:docMk/>
            <pc:sldMk cId="1841306345" sldId="257"/>
            <ac:graphicFrameMk id="5" creationId="{2C329DE6-4969-0EDA-D30F-6756F406867A}"/>
          </ac:graphicFrameMkLst>
        </pc:graphicFrameChg>
      </pc:sldChg>
      <pc:sldChg chg="addSp delSp modSp mod">
        <pc:chgData name="BRYAN JOSE ROJAS" userId="bcfd95bf-78e5-43e4-9187-a12cc3f7069a" providerId="ADAL" clId="{665E3C88-660E-43A6-843F-E6DCC07BD531}" dt="2025-10-18T23:45:05.969" v="7" actId="2085"/>
        <pc:sldMkLst>
          <pc:docMk/>
          <pc:sldMk cId="875549317" sldId="260"/>
        </pc:sldMkLst>
        <pc:spChg chg="mod">
          <ac:chgData name="BRYAN JOSE ROJAS" userId="bcfd95bf-78e5-43e4-9187-a12cc3f7069a" providerId="ADAL" clId="{665E3C88-660E-43A6-843F-E6DCC07BD531}" dt="2025-10-18T23:44:28.236" v="4" actId="1076"/>
          <ac:spMkLst>
            <pc:docMk/>
            <pc:sldMk cId="875549317" sldId="260"/>
            <ac:spMk id="2" creationId="{294EC85D-6F84-7664-5D3B-EFC4D9977BE6}"/>
          </ac:spMkLst>
        </pc:spChg>
        <pc:spChg chg="add del mod">
          <ac:chgData name="BRYAN JOSE ROJAS" userId="bcfd95bf-78e5-43e4-9187-a12cc3f7069a" providerId="ADAL" clId="{665E3C88-660E-43A6-843F-E6DCC07BD531}" dt="2025-10-18T23:44:46.650" v="6" actId="478"/>
          <ac:spMkLst>
            <pc:docMk/>
            <pc:sldMk cId="875549317" sldId="260"/>
            <ac:spMk id="4" creationId="{509AF7C3-ADB0-4C06-3207-F3B824545027}"/>
          </ac:spMkLst>
        </pc:spChg>
        <pc:graphicFrameChg chg="add del mod">
          <ac:chgData name="BRYAN JOSE ROJAS" userId="bcfd95bf-78e5-43e4-9187-a12cc3f7069a" providerId="ADAL" clId="{665E3C88-660E-43A6-843F-E6DCC07BD531}" dt="2025-10-18T23:45:05.969" v="7" actId="2085"/>
          <ac:graphicFrameMkLst>
            <pc:docMk/>
            <pc:sldMk cId="875549317" sldId="260"/>
            <ac:graphicFrameMk id="5" creationId="{387D720B-2ACC-4FC7-4158-57B6E01403D1}"/>
          </ac:graphicFrameMkLst>
        </pc:graphicFrameChg>
      </pc:sldChg>
    </pc:docChg>
  </pc:docChgLst>
  <pc:docChgLst>
    <pc:chgData name="Moises Valverde Díaz" userId="85087a792721c8d9" providerId="LiveId" clId="{E5493A54-80AF-4C1D-96DE-655FF607439E}"/>
    <pc:docChg chg="delSld">
      <pc:chgData name="Moises Valverde Díaz" userId="85087a792721c8d9" providerId="LiveId" clId="{E5493A54-80AF-4C1D-96DE-655FF607439E}" dt="2025-11-11T19:23:38.876" v="1" actId="47"/>
      <pc:docMkLst>
        <pc:docMk/>
      </pc:docMkLst>
      <pc:sldChg chg="del">
        <pc:chgData name="Moises Valverde Díaz" userId="85087a792721c8d9" providerId="LiveId" clId="{E5493A54-80AF-4C1D-96DE-655FF607439E}" dt="2025-11-11T19:23:33.561" v="0" actId="47"/>
        <pc:sldMkLst>
          <pc:docMk/>
          <pc:sldMk cId="785211576" sldId="256"/>
        </pc:sldMkLst>
      </pc:sldChg>
      <pc:sldChg chg="del">
        <pc:chgData name="Moises Valverde Díaz" userId="85087a792721c8d9" providerId="LiveId" clId="{E5493A54-80AF-4C1D-96DE-655FF607439E}" dt="2025-11-11T19:23:38.876" v="1" actId="47"/>
        <pc:sldMkLst>
          <pc:docMk/>
          <pc:sldMk cId="3673770722" sldId="266"/>
        </pc:sldMkLst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317353-04E1-4FC7-87D0-D14153E627EB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7813FD6D-C233-4491-ADB2-D17C6BB62454}">
      <dgm:prSet/>
      <dgm:spPr/>
      <dgm:t>
        <a:bodyPr/>
        <a:lstStyle/>
        <a:p>
          <a:r>
            <a:rPr lang="es-MX"/>
            <a:t>Surge de la norma británica BS 7799 en los años 90.</a:t>
          </a:r>
          <a:endParaRPr lang="en-US"/>
        </a:p>
      </dgm:t>
    </dgm:pt>
    <dgm:pt modelId="{BE67D7E4-AC21-477D-9DC6-A5921A5558DC}" type="parTrans" cxnId="{2514F049-B138-41BD-8187-CB9B5335641F}">
      <dgm:prSet/>
      <dgm:spPr/>
      <dgm:t>
        <a:bodyPr/>
        <a:lstStyle/>
        <a:p>
          <a:endParaRPr lang="en-US"/>
        </a:p>
      </dgm:t>
    </dgm:pt>
    <dgm:pt modelId="{3FEC8E69-846F-40DE-BE13-8B7CF68271AE}" type="sibTrans" cxnId="{2514F049-B138-41BD-8187-CB9B5335641F}">
      <dgm:prSet/>
      <dgm:spPr/>
      <dgm:t>
        <a:bodyPr/>
        <a:lstStyle/>
        <a:p>
          <a:endParaRPr lang="en-US"/>
        </a:p>
      </dgm:t>
    </dgm:pt>
    <dgm:pt modelId="{40E86ED7-7778-40B7-BB06-88AB17825948}">
      <dgm:prSet/>
      <dgm:spPr/>
      <dgm:t>
        <a:bodyPr/>
        <a:lstStyle/>
        <a:p>
          <a:r>
            <a:rPr lang="es-MX"/>
            <a:t>Adoptada por la ISO e IEC como marco internacional.</a:t>
          </a:r>
          <a:endParaRPr lang="en-US"/>
        </a:p>
      </dgm:t>
    </dgm:pt>
    <dgm:pt modelId="{8706EFCB-6721-4A5E-991B-5DB930166662}" type="parTrans" cxnId="{C95DA5FC-F746-4660-BA96-56A77D4C3888}">
      <dgm:prSet/>
      <dgm:spPr/>
      <dgm:t>
        <a:bodyPr/>
        <a:lstStyle/>
        <a:p>
          <a:endParaRPr lang="en-US"/>
        </a:p>
      </dgm:t>
    </dgm:pt>
    <dgm:pt modelId="{8C082F77-3BB5-4D26-B51B-3F3013F9BCC7}" type="sibTrans" cxnId="{C95DA5FC-F746-4660-BA96-56A77D4C3888}">
      <dgm:prSet/>
      <dgm:spPr/>
      <dgm:t>
        <a:bodyPr/>
        <a:lstStyle/>
        <a:p>
          <a:endParaRPr lang="en-US"/>
        </a:p>
      </dgm:t>
    </dgm:pt>
    <dgm:pt modelId="{238F31B5-F0C9-451D-9519-138024D2DC33}">
      <dgm:prSet/>
      <dgm:spPr/>
      <dgm:t>
        <a:bodyPr/>
        <a:lstStyle/>
        <a:p>
          <a:r>
            <a:rPr lang="es-MX"/>
            <a:t>Expansión a más de una docena de normas relacionadas con la seguridad de la información.</a:t>
          </a:r>
          <a:endParaRPr lang="en-US"/>
        </a:p>
      </dgm:t>
    </dgm:pt>
    <dgm:pt modelId="{A103B47A-AB93-4C63-ACC5-95CCCFC56CC1}" type="parTrans" cxnId="{7AA246FF-B66E-4122-86E1-FDEF526C44EF}">
      <dgm:prSet/>
      <dgm:spPr/>
      <dgm:t>
        <a:bodyPr/>
        <a:lstStyle/>
        <a:p>
          <a:endParaRPr lang="en-US"/>
        </a:p>
      </dgm:t>
    </dgm:pt>
    <dgm:pt modelId="{BB01E329-22FC-4CAE-BE64-4776C7EC17F8}" type="sibTrans" cxnId="{7AA246FF-B66E-4122-86E1-FDEF526C44EF}">
      <dgm:prSet/>
      <dgm:spPr/>
      <dgm:t>
        <a:bodyPr/>
        <a:lstStyle/>
        <a:p>
          <a:endParaRPr lang="en-US"/>
        </a:p>
      </dgm:t>
    </dgm:pt>
    <dgm:pt modelId="{E3C3DAAF-C63A-42B0-91FF-63FD59C43A88}">
      <dgm:prSet/>
      <dgm:spPr/>
      <dgm:t>
        <a:bodyPr/>
        <a:lstStyle/>
        <a:p>
          <a:r>
            <a:rPr lang="es-MX"/>
            <a:t>Busca estandarizar la gestión de la seguridad a nivel mundial.</a:t>
          </a:r>
          <a:endParaRPr lang="en-US"/>
        </a:p>
      </dgm:t>
    </dgm:pt>
    <dgm:pt modelId="{DB05BF97-E667-418F-B995-C5CDFDED8CF5}" type="parTrans" cxnId="{86440357-A514-4A64-AFCD-71354B4C1CF4}">
      <dgm:prSet/>
      <dgm:spPr/>
      <dgm:t>
        <a:bodyPr/>
        <a:lstStyle/>
        <a:p>
          <a:endParaRPr lang="en-US"/>
        </a:p>
      </dgm:t>
    </dgm:pt>
    <dgm:pt modelId="{87636D41-03C2-4856-9BD4-B9F3BA2D6856}" type="sibTrans" cxnId="{86440357-A514-4A64-AFCD-71354B4C1CF4}">
      <dgm:prSet/>
      <dgm:spPr/>
      <dgm:t>
        <a:bodyPr/>
        <a:lstStyle/>
        <a:p>
          <a:endParaRPr lang="en-US"/>
        </a:p>
      </dgm:t>
    </dgm:pt>
    <dgm:pt modelId="{C49D653D-21B7-482F-92D6-3286F9ADA8D9}" type="pres">
      <dgm:prSet presAssocID="{7E317353-04E1-4FC7-87D0-D14153E627EB}" presName="Name0" presStyleCnt="0">
        <dgm:presLayoutVars>
          <dgm:dir/>
          <dgm:resizeHandles val="exact"/>
        </dgm:presLayoutVars>
      </dgm:prSet>
      <dgm:spPr/>
    </dgm:pt>
    <dgm:pt modelId="{E1879FD5-C3EC-45E1-A7DA-A384E995E45C}" type="pres">
      <dgm:prSet presAssocID="{7813FD6D-C233-4491-ADB2-D17C6BB62454}" presName="node" presStyleLbl="node1" presStyleIdx="0" presStyleCnt="4">
        <dgm:presLayoutVars>
          <dgm:bulletEnabled val="1"/>
        </dgm:presLayoutVars>
      </dgm:prSet>
      <dgm:spPr/>
    </dgm:pt>
    <dgm:pt modelId="{571E414C-CBBD-4704-A112-17063BD13361}" type="pres">
      <dgm:prSet presAssocID="{3FEC8E69-846F-40DE-BE13-8B7CF68271AE}" presName="sibTrans" presStyleLbl="sibTrans1D1" presStyleIdx="0" presStyleCnt="3"/>
      <dgm:spPr/>
    </dgm:pt>
    <dgm:pt modelId="{28560102-ED7B-4ACF-A462-982DBEFC1842}" type="pres">
      <dgm:prSet presAssocID="{3FEC8E69-846F-40DE-BE13-8B7CF68271AE}" presName="connectorText" presStyleLbl="sibTrans1D1" presStyleIdx="0" presStyleCnt="3"/>
      <dgm:spPr/>
    </dgm:pt>
    <dgm:pt modelId="{761C9661-D376-4FCE-8192-58129D1AF2E7}" type="pres">
      <dgm:prSet presAssocID="{40E86ED7-7778-40B7-BB06-88AB17825948}" presName="node" presStyleLbl="node1" presStyleIdx="1" presStyleCnt="4">
        <dgm:presLayoutVars>
          <dgm:bulletEnabled val="1"/>
        </dgm:presLayoutVars>
      </dgm:prSet>
      <dgm:spPr/>
    </dgm:pt>
    <dgm:pt modelId="{F644A9BC-93AA-404C-B23E-3FA9CD0ABDBC}" type="pres">
      <dgm:prSet presAssocID="{8C082F77-3BB5-4D26-B51B-3F3013F9BCC7}" presName="sibTrans" presStyleLbl="sibTrans1D1" presStyleIdx="1" presStyleCnt="3"/>
      <dgm:spPr/>
    </dgm:pt>
    <dgm:pt modelId="{B3ADAB8C-23BF-457F-A15F-3547FECA47C3}" type="pres">
      <dgm:prSet presAssocID="{8C082F77-3BB5-4D26-B51B-3F3013F9BCC7}" presName="connectorText" presStyleLbl="sibTrans1D1" presStyleIdx="1" presStyleCnt="3"/>
      <dgm:spPr/>
    </dgm:pt>
    <dgm:pt modelId="{8EFB8B0E-FB7E-43A8-B210-787ED113D063}" type="pres">
      <dgm:prSet presAssocID="{238F31B5-F0C9-451D-9519-138024D2DC33}" presName="node" presStyleLbl="node1" presStyleIdx="2" presStyleCnt="4">
        <dgm:presLayoutVars>
          <dgm:bulletEnabled val="1"/>
        </dgm:presLayoutVars>
      </dgm:prSet>
      <dgm:spPr/>
    </dgm:pt>
    <dgm:pt modelId="{4261700D-080C-4D25-88FE-9D92EEDCB7BC}" type="pres">
      <dgm:prSet presAssocID="{BB01E329-22FC-4CAE-BE64-4776C7EC17F8}" presName="sibTrans" presStyleLbl="sibTrans1D1" presStyleIdx="2" presStyleCnt="3"/>
      <dgm:spPr/>
    </dgm:pt>
    <dgm:pt modelId="{1E26132C-FD49-474A-BA8D-EC00C6F9E98D}" type="pres">
      <dgm:prSet presAssocID="{BB01E329-22FC-4CAE-BE64-4776C7EC17F8}" presName="connectorText" presStyleLbl="sibTrans1D1" presStyleIdx="2" presStyleCnt="3"/>
      <dgm:spPr/>
    </dgm:pt>
    <dgm:pt modelId="{080CC360-6E14-415D-BF7B-7E0C624E637E}" type="pres">
      <dgm:prSet presAssocID="{E3C3DAAF-C63A-42B0-91FF-63FD59C43A88}" presName="node" presStyleLbl="node1" presStyleIdx="3" presStyleCnt="4">
        <dgm:presLayoutVars>
          <dgm:bulletEnabled val="1"/>
        </dgm:presLayoutVars>
      </dgm:prSet>
      <dgm:spPr/>
    </dgm:pt>
  </dgm:ptLst>
  <dgm:cxnLst>
    <dgm:cxn modelId="{48E2C41F-D780-4471-B7EC-554A4DC104BF}" type="presOf" srcId="{238F31B5-F0C9-451D-9519-138024D2DC33}" destId="{8EFB8B0E-FB7E-43A8-B210-787ED113D063}" srcOrd="0" destOrd="0" presId="urn:microsoft.com/office/officeart/2016/7/layout/RepeatingBendingProcessNew"/>
    <dgm:cxn modelId="{6E0F0324-05EB-4306-819E-29A9C5765DC8}" type="presOf" srcId="{40E86ED7-7778-40B7-BB06-88AB17825948}" destId="{761C9661-D376-4FCE-8192-58129D1AF2E7}" srcOrd="0" destOrd="0" presId="urn:microsoft.com/office/officeart/2016/7/layout/RepeatingBendingProcessNew"/>
    <dgm:cxn modelId="{DDF94235-0F29-40F2-9E12-620F508E5DCD}" type="presOf" srcId="{8C082F77-3BB5-4D26-B51B-3F3013F9BCC7}" destId="{B3ADAB8C-23BF-457F-A15F-3547FECA47C3}" srcOrd="1" destOrd="0" presId="urn:microsoft.com/office/officeart/2016/7/layout/RepeatingBendingProcessNew"/>
    <dgm:cxn modelId="{2514F049-B138-41BD-8187-CB9B5335641F}" srcId="{7E317353-04E1-4FC7-87D0-D14153E627EB}" destId="{7813FD6D-C233-4491-ADB2-D17C6BB62454}" srcOrd="0" destOrd="0" parTransId="{BE67D7E4-AC21-477D-9DC6-A5921A5558DC}" sibTransId="{3FEC8E69-846F-40DE-BE13-8B7CF68271AE}"/>
    <dgm:cxn modelId="{4499A376-BA04-4CB8-A6A3-90170A715228}" type="presOf" srcId="{8C082F77-3BB5-4D26-B51B-3F3013F9BCC7}" destId="{F644A9BC-93AA-404C-B23E-3FA9CD0ABDBC}" srcOrd="0" destOrd="0" presId="urn:microsoft.com/office/officeart/2016/7/layout/RepeatingBendingProcessNew"/>
    <dgm:cxn modelId="{86440357-A514-4A64-AFCD-71354B4C1CF4}" srcId="{7E317353-04E1-4FC7-87D0-D14153E627EB}" destId="{E3C3DAAF-C63A-42B0-91FF-63FD59C43A88}" srcOrd="3" destOrd="0" parTransId="{DB05BF97-E667-418F-B995-C5CDFDED8CF5}" sibTransId="{87636D41-03C2-4856-9BD4-B9F3BA2D6856}"/>
    <dgm:cxn modelId="{AD6DEC57-663C-4E24-A50D-D92460E4486C}" type="presOf" srcId="{7813FD6D-C233-4491-ADB2-D17C6BB62454}" destId="{E1879FD5-C3EC-45E1-A7DA-A384E995E45C}" srcOrd="0" destOrd="0" presId="urn:microsoft.com/office/officeart/2016/7/layout/RepeatingBendingProcessNew"/>
    <dgm:cxn modelId="{B8C6D18A-9D40-461F-8358-94BE912D771E}" type="presOf" srcId="{3FEC8E69-846F-40DE-BE13-8B7CF68271AE}" destId="{28560102-ED7B-4ACF-A462-982DBEFC1842}" srcOrd="1" destOrd="0" presId="urn:microsoft.com/office/officeart/2016/7/layout/RepeatingBendingProcessNew"/>
    <dgm:cxn modelId="{A1899AA6-6C7E-44CA-901C-24253FEBBE0A}" type="presOf" srcId="{E3C3DAAF-C63A-42B0-91FF-63FD59C43A88}" destId="{080CC360-6E14-415D-BF7B-7E0C624E637E}" srcOrd="0" destOrd="0" presId="urn:microsoft.com/office/officeart/2016/7/layout/RepeatingBendingProcessNew"/>
    <dgm:cxn modelId="{7C1579AC-0186-4650-A1D8-4F22850B088F}" type="presOf" srcId="{3FEC8E69-846F-40DE-BE13-8B7CF68271AE}" destId="{571E414C-CBBD-4704-A112-17063BD13361}" srcOrd="0" destOrd="0" presId="urn:microsoft.com/office/officeart/2016/7/layout/RepeatingBendingProcessNew"/>
    <dgm:cxn modelId="{BE2FCABC-34E0-4BA6-9CE6-FCB17A59DD36}" type="presOf" srcId="{7E317353-04E1-4FC7-87D0-D14153E627EB}" destId="{C49D653D-21B7-482F-92D6-3286F9ADA8D9}" srcOrd="0" destOrd="0" presId="urn:microsoft.com/office/officeart/2016/7/layout/RepeatingBendingProcessNew"/>
    <dgm:cxn modelId="{B7974CCF-42D0-4809-B416-2C66B4BCFC6F}" type="presOf" srcId="{BB01E329-22FC-4CAE-BE64-4776C7EC17F8}" destId="{4261700D-080C-4D25-88FE-9D92EEDCB7BC}" srcOrd="0" destOrd="0" presId="urn:microsoft.com/office/officeart/2016/7/layout/RepeatingBendingProcessNew"/>
    <dgm:cxn modelId="{0EBF10EF-ED5A-486A-948D-429432F41148}" type="presOf" srcId="{BB01E329-22FC-4CAE-BE64-4776C7EC17F8}" destId="{1E26132C-FD49-474A-BA8D-EC00C6F9E98D}" srcOrd="1" destOrd="0" presId="urn:microsoft.com/office/officeart/2016/7/layout/RepeatingBendingProcessNew"/>
    <dgm:cxn modelId="{C95DA5FC-F746-4660-BA96-56A77D4C3888}" srcId="{7E317353-04E1-4FC7-87D0-D14153E627EB}" destId="{40E86ED7-7778-40B7-BB06-88AB17825948}" srcOrd="1" destOrd="0" parTransId="{8706EFCB-6721-4A5E-991B-5DB930166662}" sibTransId="{8C082F77-3BB5-4D26-B51B-3F3013F9BCC7}"/>
    <dgm:cxn modelId="{7AA246FF-B66E-4122-86E1-FDEF526C44EF}" srcId="{7E317353-04E1-4FC7-87D0-D14153E627EB}" destId="{238F31B5-F0C9-451D-9519-138024D2DC33}" srcOrd="2" destOrd="0" parTransId="{A103B47A-AB93-4C63-ACC5-95CCCFC56CC1}" sibTransId="{BB01E329-22FC-4CAE-BE64-4776C7EC17F8}"/>
    <dgm:cxn modelId="{93AC86EE-CDCD-497B-8949-529274A5C6A2}" type="presParOf" srcId="{C49D653D-21B7-482F-92D6-3286F9ADA8D9}" destId="{E1879FD5-C3EC-45E1-A7DA-A384E995E45C}" srcOrd="0" destOrd="0" presId="urn:microsoft.com/office/officeart/2016/7/layout/RepeatingBendingProcessNew"/>
    <dgm:cxn modelId="{034D6974-BD3D-42FE-A2C0-C674D68FCFAB}" type="presParOf" srcId="{C49D653D-21B7-482F-92D6-3286F9ADA8D9}" destId="{571E414C-CBBD-4704-A112-17063BD13361}" srcOrd="1" destOrd="0" presId="urn:microsoft.com/office/officeart/2016/7/layout/RepeatingBendingProcessNew"/>
    <dgm:cxn modelId="{54AD0493-E8CE-4EC4-856C-8D03B8BA5F0E}" type="presParOf" srcId="{571E414C-CBBD-4704-A112-17063BD13361}" destId="{28560102-ED7B-4ACF-A462-982DBEFC1842}" srcOrd="0" destOrd="0" presId="urn:microsoft.com/office/officeart/2016/7/layout/RepeatingBendingProcessNew"/>
    <dgm:cxn modelId="{03F638D9-320E-45F0-A50B-208AD7BE19E0}" type="presParOf" srcId="{C49D653D-21B7-482F-92D6-3286F9ADA8D9}" destId="{761C9661-D376-4FCE-8192-58129D1AF2E7}" srcOrd="2" destOrd="0" presId="urn:microsoft.com/office/officeart/2016/7/layout/RepeatingBendingProcessNew"/>
    <dgm:cxn modelId="{F3355F87-7D71-49EA-9EC5-57E015774C42}" type="presParOf" srcId="{C49D653D-21B7-482F-92D6-3286F9ADA8D9}" destId="{F644A9BC-93AA-404C-B23E-3FA9CD0ABDBC}" srcOrd="3" destOrd="0" presId="urn:microsoft.com/office/officeart/2016/7/layout/RepeatingBendingProcessNew"/>
    <dgm:cxn modelId="{7D534B8C-DB8B-4A42-93F5-F31ED9424FFB}" type="presParOf" srcId="{F644A9BC-93AA-404C-B23E-3FA9CD0ABDBC}" destId="{B3ADAB8C-23BF-457F-A15F-3547FECA47C3}" srcOrd="0" destOrd="0" presId="urn:microsoft.com/office/officeart/2016/7/layout/RepeatingBendingProcessNew"/>
    <dgm:cxn modelId="{1F5A924F-A9B7-4F23-A67D-729318715BDB}" type="presParOf" srcId="{C49D653D-21B7-482F-92D6-3286F9ADA8D9}" destId="{8EFB8B0E-FB7E-43A8-B210-787ED113D063}" srcOrd="4" destOrd="0" presId="urn:microsoft.com/office/officeart/2016/7/layout/RepeatingBendingProcessNew"/>
    <dgm:cxn modelId="{6B1649FE-EA52-4B87-95C9-453C6B15551C}" type="presParOf" srcId="{C49D653D-21B7-482F-92D6-3286F9ADA8D9}" destId="{4261700D-080C-4D25-88FE-9D92EEDCB7BC}" srcOrd="5" destOrd="0" presId="urn:microsoft.com/office/officeart/2016/7/layout/RepeatingBendingProcessNew"/>
    <dgm:cxn modelId="{AD0F1641-A70C-43A7-9ED0-BBC50F3930EF}" type="presParOf" srcId="{4261700D-080C-4D25-88FE-9D92EEDCB7BC}" destId="{1E26132C-FD49-474A-BA8D-EC00C6F9E98D}" srcOrd="0" destOrd="0" presId="urn:microsoft.com/office/officeart/2016/7/layout/RepeatingBendingProcessNew"/>
    <dgm:cxn modelId="{0D9AD1BE-77A0-48ED-B92B-17CB1A82FD4D}" type="presParOf" srcId="{C49D653D-21B7-482F-92D6-3286F9ADA8D9}" destId="{080CC360-6E14-415D-BF7B-7E0C624E637E}" srcOrd="6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EFAF9D0-5379-49A6-B7BF-AACABECD096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7F4E801-64FA-446A-9DB4-8C584A4F60A2}">
      <dgm:prSet/>
      <dgm:spPr/>
      <dgm:t>
        <a:bodyPr/>
        <a:lstStyle/>
        <a:p>
          <a:pPr>
            <a:lnSpc>
              <a:spcPct val="100000"/>
            </a:lnSpc>
          </a:pPr>
          <a:r>
            <a:rPr lang="es-MX">
              <a:solidFill>
                <a:schemeClr val="tx2">
                  <a:lumMod val="50000"/>
                </a:schemeClr>
              </a:solidFill>
            </a:rPr>
            <a:t>Familia de normas para crear y mantener un Sistema de Gestión de Seguridad de la Información (SGSI)</a:t>
          </a:r>
          <a:endParaRPr lang="en-US">
            <a:solidFill>
              <a:schemeClr val="tx2">
                <a:lumMod val="50000"/>
              </a:schemeClr>
            </a:solidFill>
          </a:endParaRPr>
        </a:p>
      </dgm:t>
    </dgm:pt>
    <dgm:pt modelId="{4664281A-9BF9-4D21-BAAC-731557A3DC9F}" type="parTrans" cxnId="{9F794361-5222-4629-9815-98CD6DA52534}">
      <dgm:prSet/>
      <dgm:spPr/>
      <dgm:t>
        <a:bodyPr/>
        <a:lstStyle/>
        <a:p>
          <a:endParaRPr lang="en-US"/>
        </a:p>
      </dgm:t>
    </dgm:pt>
    <dgm:pt modelId="{237B9797-CD04-4E83-BFE1-572D29B0176B}" type="sibTrans" cxnId="{9F794361-5222-4629-9815-98CD6DA52534}">
      <dgm:prSet/>
      <dgm:spPr/>
      <dgm:t>
        <a:bodyPr/>
        <a:lstStyle/>
        <a:p>
          <a:endParaRPr lang="en-US"/>
        </a:p>
      </dgm:t>
    </dgm:pt>
    <dgm:pt modelId="{BDBF3E72-3BE9-4247-9A48-955D27ED386C}">
      <dgm:prSet custT="1"/>
      <dgm:spPr/>
      <dgm:t>
        <a:bodyPr/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500" kern="1200">
              <a:solidFill>
                <a:srgbClr val="94D7E4">
                  <a:lumMod val="50000"/>
                </a:srgbClr>
              </a:solidFill>
              <a:latin typeface="Corbel" panose="020B0503020204020204"/>
              <a:ea typeface="+mn-ea"/>
              <a:cs typeface="+mn-cs"/>
            </a:rPr>
            <a:t>Provee principios, controles, requisitos, guías y auditorías</a:t>
          </a:r>
          <a:endParaRPr lang="en-US" sz="2500" kern="1200">
            <a:solidFill>
              <a:srgbClr val="94D7E4">
                <a:lumMod val="50000"/>
              </a:srgbClr>
            </a:solidFill>
            <a:latin typeface="Corbel" panose="020B0503020204020204"/>
            <a:ea typeface="+mn-ea"/>
            <a:cs typeface="+mn-cs"/>
          </a:endParaRPr>
        </a:p>
      </dgm:t>
    </dgm:pt>
    <dgm:pt modelId="{DDE767FA-C3CC-4048-95AD-3D0B67BFB9AA}" type="parTrans" cxnId="{A83099FD-05BC-4110-B9CA-E91631312E3D}">
      <dgm:prSet/>
      <dgm:spPr/>
      <dgm:t>
        <a:bodyPr/>
        <a:lstStyle/>
        <a:p>
          <a:endParaRPr lang="en-US"/>
        </a:p>
      </dgm:t>
    </dgm:pt>
    <dgm:pt modelId="{307E22EB-DE19-43BE-ABE1-7D059D0E607B}" type="sibTrans" cxnId="{A83099FD-05BC-4110-B9CA-E91631312E3D}">
      <dgm:prSet/>
      <dgm:spPr/>
      <dgm:t>
        <a:bodyPr/>
        <a:lstStyle/>
        <a:p>
          <a:endParaRPr lang="en-US"/>
        </a:p>
      </dgm:t>
    </dgm:pt>
    <dgm:pt modelId="{EEB75930-B014-413C-8307-EEBF0A14EA37}">
      <dgm:prSet custT="1"/>
      <dgm:spPr/>
      <dgm:t>
        <a:bodyPr/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500" kern="1200">
              <a:solidFill>
                <a:srgbClr val="94D7E4">
                  <a:lumMod val="50000"/>
                </a:srgbClr>
              </a:solidFill>
              <a:latin typeface="Corbel" panose="020B0503020204020204"/>
              <a:ea typeface="+mn-ea"/>
              <a:cs typeface="+mn-cs"/>
            </a:rPr>
            <a:t>Aplicable a cualquier organización que maneje información sensible</a:t>
          </a:r>
          <a:endParaRPr lang="en-US" sz="2500" kern="1200">
            <a:solidFill>
              <a:srgbClr val="94D7E4">
                <a:lumMod val="50000"/>
              </a:srgbClr>
            </a:solidFill>
            <a:latin typeface="Corbel" panose="020B0503020204020204"/>
            <a:ea typeface="+mn-ea"/>
            <a:cs typeface="+mn-cs"/>
          </a:endParaRPr>
        </a:p>
      </dgm:t>
    </dgm:pt>
    <dgm:pt modelId="{9395C3F2-ACFB-437D-B26C-EAC82F482519}" type="parTrans" cxnId="{0C9A7ABE-A3FA-4D03-BB0E-52D1E343455F}">
      <dgm:prSet/>
      <dgm:spPr/>
      <dgm:t>
        <a:bodyPr/>
        <a:lstStyle/>
        <a:p>
          <a:endParaRPr lang="en-US"/>
        </a:p>
      </dgm:t>
    </dgm:pt>
    <dgm:pt modelId="{72E417B0-448E-4CE1-9150-B6DA19FEB590}" type="sibTrans" cxnId="{0C9A7ABE-A3FA-4D03-BB0E-52D1E343455F}">
      <dgm:prSet/>
      <dgm:spPr/>
      <dgm:t>
        <a:bodyPr/>
        <a:lstStyle/>
        <a:p>
          <a:endParaRPr lang="en-US"/>
        </a:p>
      </dgm:t>
    </dgm:pt>
    <dgm:pt modelId="{9448C85D-53E1-46E0-817D-2D1B7DE32EBB}" type="pres">
      <dgm:prSet presAssocID="{2EFAF9D0-5379-49A6-B7BF-AACABECD0962}" presName="root" presStyleCnt="0">
        <dgm:presLayoutVars>
          <dgm:dir/>
          <dgm:resizeHandles val="exact"/>
        </dgm:presLayoutVars>
      </dgm:prSet>
      <dgm:spPr/>
    </dgm:pt>
    <dgm:pt modelId="{A066B2A7-928A-44AC-B63D-8DD1D444E6B8}" type="pres">
      <dgm:prSet presAssocID="{E7F4E801-64FA-446A-9DB4-8C584A4F60A2}" presName="compNode" presStyleCnt="0"/>
      <dgm:spPr/>
    </dgm:pt>
    <dgm:pt modelId="{71ED4E31-658A-4AF5-AA86-04051051EECF}" type="pres">
      <dgm:prSet presAssocID="{E7F4E801-64FA-446A-9DB4-8C584A4F60A2}" presName="bgRect" presStyleLbl="bgShp" presStyleIdx="0" presStyleCnt="3"/>
      <dgm:spPr/>
    </dgm:pt>
    <dgm:pt modelId="{563E20C6-B1AC-4E82-84F2-5E8E9202F9E6}" type="pres">
      <dgm:prSet presAssocID="{E7F4E801-64FA-446A-9DB4-8C584A4F60A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loquear"/>
        </a:ext>
      </dgm:extLst>
    </dgm:pt>
    <dgm:pt modelId="{0FC5E0C2-E406-4556-AA99-732290540CD0}" type="pres">
      <dgm:prSet presAssocID="{E7F4E801-64FA-446A-9DB4-8C584A4F60A2}" presName="spaceRect" presStyleCnt="0"/>
      <dgm:spPr/>
    </dgm:pt>
    <dgm:pt modelId="{8B1C5C9E-3771-4F5B-912D-7B3DA241E6E9}" type="pres">
      <dgm:prSet presAssocID="{E7F4E801-64FA-446A-9DB4-8C584A4F60A2}" presName="parTx" presStyleLbl="revTx" presStyleIdx="0" presStyleCnt="3">
        <dgm:presLayoutVars>
          <dgm:chMax val="0"/>
          <dgm:chPref val="0"/>
        </dgm:presLayoutVars>
      </dgm:prSet>
      <dgm:spPr/>
    </dgm:pt>
    <dgm:pt modelId="{C7134B14-C425-4201-BA9B-11BDE5AD20F8}" type="pres">
      <dgm:prSet presAssocID="{237B9797-CD04-4E83-BFE1-572D29B0176B}" presName="sibTrans" presStyleCnt="0"/>
      <dgm:spPr/>
    </dgm:pt>
    <dgm:pt modelId="{43276A57-FA1C-4765-91A3-453839CD628F}" type="pres">
      <dgm:prSet presAssocID="{BDBF3E72-3BE9-4247-9A48-955D27ED386C}" presName="compNode" presStyleCnt="0"/>
      <dgm:spPr/>
    </dgm:pt>
    <dgm:pt modelId="{EAE0DCEA-1CA5-4136-A02B-FF2005F74AC3}" type="pres">
      <dgm:prSet presAssocID="{BDBF3E72-3BE9-4247-9A48-955D27ED386C}" presName="bgRect" presStyleLbl="bgShp" presStyleIdx="1" presStyleCnt="3"/>
      <dgm:spPr/>
    </dgm:pt>
    <dgm:pt modelId="{2EFEF0E9-C308-476C-8815-6F7CA6010C94}" type="pres">
      <dgm:prSet presAssocID="{BDBF3E72-3BE9-4247-9A48-955D27ED386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sta de comprobación"/>
        </a:ext>
      </dgm:extLst>
    </dgm:pt>
    <dgm:pt modelId="{ECEBE780-382B-438E-AFA3-19BCBB606596}" type="pres">
      <dgm:prSet presAssocID="{BDBF3E72-3BE9-4247-9A48-955D27ED386C}" presName="spaceRect" presStyleCnt="0"/>
      <dgm:spPr/>
    </dgm:pt>
    <dgm:pt modelId="{EB390C70-38F0-4730-8825-22B218FABA30}" type="pres">
      <dgm:prSet presAssocID="{BDBF3E72-3BE9-4247-9A48-955D27ED386C}" presName="parTx" presStyleLbl="revTx" presStyleIdx="1" presStyleCnt="3">
        <dgm:presLayoutVars>
          <dgm:chMax val="0"/>
          <dgm:chPref val="0"/>
        </dgm:presLayoutVars>
      </dgm:prSet>
      <dgm:spPr/>
    </dgm:pt>
    <dgm:pt modelId="{C0FE186E-7F67-447F-B47F-0834B5750607}" type="pres">
      <dgm:prSet presAssocID="{307E22EB-DE19-43BE-ABE1-7D059D0E607B}" presName="sibTrans" presStyleCnt="0"/>
      <dgm:spPr/>
    </dgm:pt>
    <dgm:pt modelId="{8B65B673-ECA8-474E-98AD-DA1F69379CD6}" type="pres">
      <dgm:prSet presAssocID="{EEB75930-B014-413C-8307-EEBF0A14EA37}" presName="compNode" presStyleCnt="0"/>
      <dgm:spPr/>
    </dgm:pt>
    <dgm:pt modelId="{F024E6F5-52F2-4A17-BBFC-A587AC0BA264}" type="pres">
      <dgm:prSet presAssocID="{EEB75930-B014-413C-8307-EEBF0A14EA37}" presName="bgRect" presStyleLbl="bgShp" presStyleIdx="2" presStyleCnt="3"/>
      <dgm:spPr/>
    </dgm:pt>
    <dgm:pt modelId="{9C9FD82B-0A90-4267-8C5A-E09C075A1CAB}" type="pres">
      <dgm:prSet presAssocID="{EEB75930-B014-413C-8307-EEBF0A14EA3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98912585-4F08-4844-8F92-B6A2C0D55DE7}" type="pres">
      <dgm:prSet presAssocID="{EEB75930-B014-413C-8307-EEBF0A14EA37}" presName="spaceRect" presStyleCnt="0"/>
      <dgm:spPr/>
    </dgm:pt>
    <dgm:pt modelId="{8BDD742E-967F-4C09-9F9F-98DAD33EE982}" type="pres">
      <dgm:prSet presAssocID="{EEB75930-B014-413C-8307-EEBF0A14EA37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CA76410-1E91-485A-BE8A-57C35A314DCF}" type="presOf" srcId="{E7F4E801-64FA-446A-9DB4-8C584A4F60A2}" destId="{8B1C5C9E-3771-4F5B-912D-7B3DA241E6E9}" srcOrd="0" destOrd="0" presId="urn:microsoft.com/office/officeart/2018/2/layout/IconVerticalSolidList"/>
    <dgm:cxn modelId="{9F794361-5222-4629-9815-98CD6DA52534}" srcId="{2EFAF9D0-5379-49A6-B7BF-AACABECD0962}" destId="{E7F4E801-64FA-446A-9DB4-8C584A4F60A2}" srcOrd="0" destOrd="0" parTransId="{4664281A-9BF9-4D21-BAAC-731557A3DC9F}" sibTransId="{237B9797-CD04-4E83-BFE1-572D29B0176B}"/>
    <dgm:cxn modelId="{1ECBFC44-6C11-47BF-8F94-FBC481868526}" type="presOf" srcId="{2EFAF9D0-5379-49A6-B7BF-AACABECD0962}" destId="{9448C85D-53E1-46E0-817D-2D1B7DE32EBB}" srcOrd="0" destOrd="0" presId="urn:microsoft.com/office/officeart/2018/2/layout/IconVerticalSolidList"/>
    <dgm:cxn modelId="{1E9F106A-EE60-42F6-B0C0-204B35E089BA}" type="presOf" srcId="{BDBF3E72-3BE9-4247-9A48-955D27ED386C}" destId="{EB390C70-38F0-4730-8825-22B218FABA30}" srcOrd="0" destOrd="0" presId="urn:microsoft.com/office/officeart/2018/2/layout/IconVerticalSolidList"/>
    <dgm:cxn modelId="{0C9A7ABE-A3FA-4D03-BB0E-52D1E343455F}" srcId="{2EFAF9D0-5379-49A6-B7BF-AACABECD0962}" destId="{EEB75930-B014-413C-8307-EEBF0A14EA37}" srcOrd="2" destOrd="0" parTransId="{9395C3F2-ACFB-437D-B26C-EAC82F482519}" sibTransId="{72E417B0-448E-4CE1-9150-B6DA19FEB590}"/>
    <dgm:cxn modelId="{802E89F4-9133-4371-9B81-CE34B9FC6021}" type="presOf" srcId="{EEB75930-B014-413C-8307-EEBF0A14EA37}" destId="{8BDD742E-967F-4C09-9F9F-98DAD33EE982}" srcOrd="0" destOrd="0" presId="urn:microsoft.com/office/officeart/2018/2/layout/IconVerticalSolidList"/>
    <dgm:cxn modelId="{A83099FD-05BC-4110-B9CA-E91631312E3D}" srcId="{2EFAF9D0-5379-49A6-B7BF-AACABECD0962}" destId="{BDBF3E72-3BE9-4247-9A48-955D27ED386C}" srcOrd="1" destOrd="0" parTransId="{DDE767FA-C3CC-4048-95AD-3D0B67BFB9AA}" sibTransId="{307E22EB-DE19-43BE-ABE1-7D059D0E607B}"/>
    <dgm:cxn modelId="{63788925-D195-4C98-9265-3BBBA4274288}" type="presParOf" srcId="{9448C85D-53E1-46E0-817D-2D1B7DE32EBB}" destId="{A066B2A7-928A-44AC-B63D-8DD1D444E6B8}" srcOrd="0" destOrd="0" presId="urn:microsoft.com/office/officeart/2018/2/layout/IconVerticalSolidList"/>
    <dgm:cxn modelId="{954882B1-6D6D-4613-B124-2296B92E056C}" type="presParOf" srcId="{A066B2A7-928A-44AC-B63D-8DD1D444E6B8}" destId="{71ED4E31-658A-4AF5-AA86-04051051EECF}" srcOrd="0" destOrd="0" presId="urn:microsoft.com/office/officeart/2018/2/layout/IconVerticalSolidList"/>
    <dgm:cxn modelId="{88045C40-6D10-45C4-BB80-AD19A199BF8F}" type="presParOf" srcId="{A066B2A7-928A-44AC-B63D-8DD1D444E6B8}" destId="{563E20C6-B1AC-4E82-84F2-5E8E9202F9E6}" srcOrd="1" destOrd="0" presId="urn:microsoft.com/office/officeart/2018/2/layout/IconVerticalSolidList"/>
    <dgm:cxn modelId="{4B1DA375-F5AF-4DED-8786-69874C1826A2}" type="presParOf" srcId="{A066B2A7-928A-44AC-B63D-8DD1D444E6B8}" destId="{0FC5E0C2-E406-4556-AA99-732290540CD0}" srcOrd="2" destOrd="0" presId="urn:microsoft.com/office/officeart/2018/2/layout/IconVerticalSolidList"/>
    <dgm:cxn modelId="{227CC058-FF0C-428D-9E6E-2B394FBF68F6}" type="presParOf" srcId="{A066B2A7-928A-44AC-B63D-8DD1D444E6B8}" destId="{8B1C5C9E-3771-4F5B-912D-7B3DA241E6E9}" srcOrd="3" destOrd="0" presId="urn:microsoft.com/office/officeart/2018/2/layout/IconVerticalSolidList"/>
    <dgm:cxn modelId="{7ED511E6-4BE4-4482-981D-CACB5362B7A1}" type="presParOf" srcId="{9448C85D-53E1-46E0-817D-2D1B7DE32EBB}" destId="{C7134B14-C425-4201-BA9B-11BDE5AD20F8}" srcOrd="1" destOrd="0" presId="urn:microsoft.com/office/officeart/2018/2/layout/IconVerticalSolidList"/>
    <dgm:cxn modelId="{F83962F4-1FAE-4414-95D4-D176FD486A29}" type="presParOf" srcId="{9448C85D-53E1-46E0-817D-2D1B7DE32EBB}" destId="{43276A57-FA1C-4765-91A3-453839CD628F}" srcOrd="2" destOrd="0" presId="urn:microsoft.com/office/officeart/2018/2/layout/IconVerticalSolidList"/>
    <dgm:cxn modelId="{BB3E79A1-9E00-4570-9A43-DFC8413CD3B2}" type="presParOf" srcId="{43276A57-FA1C-4765-91A3-453839CD628F}" destId="{EAE0DCEA-1CA5-4136-A02B-FF2005F74AC3}" srcOrd="0" destOrd="0" presId="urn:microsoft.com/office/officeart/2018/2/layout/IconVerticalSolidList"/>
    <dgm:cxn modelId="{7A03DE6D-7A70-47F2-9B07-F6D624B79DD2}" type="presParOf" srcId="{43276A57-FA1C-4765-91A3-453839CD628F}" destId="{2EFEF0E9-C308-476C-8815-6F7CA6010C94}" srcOrd="1" destOrd="0" presId="urn:microsoft.com/office/officeart/2018/2/layout/IconVerticalSolidList"/>
    <dgm:cxn modelId="{54DE8197-4FEC-45AF-BB44-8C0CA4141278}" type="presParOf" srcId="{43276A57-FA1C-4765-91A3-453839CD628F}" destId="{ECEBE780-382B-438E-AFA3-19BCBB606596}" srcOrd="2" destOrd="0" presId="urn:microsoft.com/office/officeart/2018/2/layout/IconVerticalSolidList"/>
    <dgm:cxn modelId="{D58A9DD6-7CCE-4229-BA92-6DB5CB43DCBE}" type="presParOf" srcId="{43276A57-FA1C-4765-91A3-453839CD628F}" destId="{EB390C70-38F0-4730-8825-22B218FABA30}" srcOrd="3" destOrd="0" presId="urn:microsoft.com/office/officeart/2018/2/layout/IconVerticalSolidList"/>
    <dgm:cxn modelId="{C7B0A7F4-E8E8-4F0B-8B39-23615FA9FA7A}" type="presParOf" srcId="{9448C85D-53E1-46E0-817D-2D1B7DE32EBB}" destId="{C0FE186E-7F67-447F-B47F-0834B5750607}" srcOrd="3" destOrd="0" presId="urn:microsoft.com/office/officeart/2018/2/layout/IconVerticalSolidList"/>
    <dgm:cxn modelId="{D58A28F3-14AB-4E61-8CC1-D2C33846D543}" type="presParOf" srcId="{9448C85D-53E1-46E0-817D-2D1B7DE32EBB}" destId="{8B65B673-ECA8-474E-98AD-DA1F69379CD6}" srcOrd="4" destOrd="0" presId="urn:microsoft.com/office/officeart/2018/2/layout/IconVerticalSolidList"/>
    <dgm:cxn modelId="{2B1C6033-B01C-4158-BE9A-D6BAD72478B6}" type="presParOf" srcId="{8B65B673-ECA8-474E-98AD-DA1F69379CD6}" destId="{F024E6F5-52F2-4A17-BBFC-A587AC0BA264}" srcOrd="0" destOrd="0" presId="urn:microsoft.com/office/officeart/2018/2/layout/IconVerticalSolidList"/>
    <dgm:cxn modelId="{793351CC-2DFA-4150-815D-2D9F66221ED0}" type="presParOf" srcId="{8B65B673-ECA8-474E-98AD-DA1F69379CD6}" destId="{9C9FD82B-0A90-4267-8C5A-E09C075A1CAB}" srcOrd="1" destOrd="0" presId="urn:microsoft.com/office/officeart/2018/2/layout/IconVerticalSolidList"/>
    <dgm:cxn modelId="{25910388-0F97-4551-8E68-2B496985E4F7}" type="presParOf" srcId="{8B65B673-ECA8-474E-98AD-DA1F69379CD6}" destId="{98912585-4F08-4844-8F92-B6A2C0D55DE7}" srcOrd="2" destOrd="0" presId="urn:microsoft.com/office/officeart/2018/2/layout/IconVerticalSolidList"/>
    <dgm:cxn modelId="{74C90614-BF7C-49B4-BAEC-7645C625E656}" type="presParOf" srcId="{8B65B673-ECA8-474E-98AD-DA1F69379CD6}" destId="{8BDD742E-967F-4C09-9F9F-98DAD33EE98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A7C6B2E-A2B8-4B60-8003-9C44A0022C86}" type="doc">
      <dgm:prSet loTypeId="urn:microsoft.com/office/officeart/2008/layout/LinedList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27CA17E-B16A-449D-BAFB-086DE30F5E03}">
      <dgm:prSet custT="1"/>
      <dgm:spPr/>
      <dgm:t>
        <a:bodyPr/>
        <a:lstStyle/>
        <a:p>
          <a:r>
            <a:rPr lang="en-US" sz="4000"/>
            <a:t>- </a:t>
          </a:r>
          <a:r>
            <a:rPr lang="en-US" sz="4000" err="1"/>
            <a:t>Controles</a:t>
          </a:r>
          <a:r>
            <a:rPr lang="en-US" sz="4000"/>
            <a:t> organizacionales</a:t>
          </a:r>
        </a:p>
      </dgm:t>
    </dgm:pt>
    <dgm:pt modelId="{2506B8E4-5176-412A-9D8B-CB57E222D036}" type="parTrans" cxnId="{F545BDE6-4A70-4FB0-A80F-B74E7B8088B2}">
      <dgm:prSet/>
      <dgm:spPr/>
      <dgm:t>
        <a:bodyPr/>
        <a:lstStyle/>
        <a:p>
          <a:endParaRPr lang="en-US" sz="2400"/>
        </a:p>
      </dgm:t>
    </dgm:pt>
    <dgm:pt modelId="{4756653A-3557-4C07-AD7F-4AFE750E2A59}" type="sibTrans" cxnId="{F545BDE6-4A70-4FB0-A80F-B74E7B8088B2}">
      <dgm:prSet/>
      <dgm:spPr/>
      <dgm:t>
        <a:bodyPr/>
        <a:lstStyle/>
        <a:p>
          <a:endParaRPr lang="en-US" sz="2400"/>
        </a:p>
      </dgm:t>
    </dgm:pt>
    <dgm:pt modelId="{630C7B74-3664-4BE1-BD6F-1581AD98755E}">
      <dgm:prSet custT="1"/>
      <dgm:spPr/>
      <dgm:t>
        <a:bodyPr/>
        <a:lstStyle/>
        <a:p>
          <a:r>
            <a:rPr lang="en-US" sz="4000"/>
            <a:t>- </a:t>
          </a:r>
          <a:r>
            <a:rPr lang="en-US" sz="4000" err="1"/>
            <a:t>Controles</a:t>
          </a:r>
          <a:r>
            <a:rPr lang="en-US" sz="4000"/>
            <a:t> de seguridad del personal</a:t>
          </a:r>
        </a:p>
      </dgm:t>
    </dgm:pt>
    <dgm:pt modelId="{148F5D52-E227-4F37-96BF-3D7953133413}" type="parTrans" cxnId="{1A5D4DA3-C5A9-4A57-BFCC-DB0DEDA77A43}">
      <dgm:prSet/>
      <dgm:spPr/>
      <dgm:t>
        <a:bodyPr/>
        <a:lstStyle/>
        <a:p>
          <a:endParaRPr lang="en-US" sz="2400"/>
        </a:p>
      </dgm:t>
    </dgm:pt>
    <dgm:pt modelId="{E6E5555B-B7CD-4E48-97BD-09D54C970B32}" type="sibTrans" cxnId="{1A5D4DA3-C5A9-4A57-BFCC-DB0DEDA77A43}">
      <dgm:prSet/>
      <dgm:spPr/>
      <dgm:t>
        <a:bodyPr/>
        <a:lstStyle/>
        <a:p>
          <a:endParaRPr lang="en-US" sz="2400"/>
        </a:p>
      </dgm:t>
    </dgm:pt>
    <dgm:pt modelId="{AE21FEFD-0A11-4A14-96CE-70D2A9450D89}">
      <dgm:prSet custT="1"/>
      <dgm:spPr/>
      <dgm:t>
        <a:bodyPr/>
        <a:lstStyle/>
        <a:p>
          <a:r>
            <a:rPr lang="en-US" sz="4000"/>
            <a:t>- </a:t>
          </a:r>
          <a:r>
            <a:rPr lang="en-US" sz="4000" err="1"/>
            <a:t>Controles</a:t>
          </a:r>
          <a:r>
            <a:rPr lang="en-US" sz="4000"/>
            <a:t> fisicos</a:t>
          </a:r>
        </a:p>
      </dgm:t>
    </dgm:pt>
    <dgm:pt modelId="{76350A97-FC95-478A-9EED-FEBEA5698057}" type="parTrans" cxnId="{A223DB47-CBD7-4BEA-BC67-8D78BC331263}">
      <dgm:prSet/>
      <dgm:spPr/>
      <dgm:t>
        <a:bodyPr/>
        <a:lstStyle/>
        <a:p>
          <a:endParaRPr lang="en-US" sz="2400"/>
        </a:p>
      </dgm:t>
    </dgm:pt>
    <dgm:pt modelId="{487B8786-9B13-45D5-B2B9-74FF10484A15}" type="sibTrans" cxnId="{A223DB47-CBD7-4BEA-BC67-8D78BC331263}">
      <dgm:prSet/>
      <dgm:spPr/>
      <dgm:t>
        <a:bodyPr/>
        <a:lstStyle/>
        <a:p>
          <a:endParaRPr lang="en-US" sz="2400"/>
        </a:p>
      </dgm:t>
    </dgm:pt>
    <dgm:pt modelId="{34567F64-EF31-44FF-939D-DC6CF90B4269}">
      <dgm:prSet custT="1"/>
      <dgm:spPr/>
      <dgm:t>
        <a:bodyPr/>
        <a:lstStyle/>
        <a:p>
          <a:r>
            <a:rPr lang="en-US" sz="4000"/>
            <a:t>- </a:t>
          </a:r>
          <a:r>
            <a:rPr lang="en-US" sz="4000" err="1"/>
            <a:t>Controles</a:t>
          </a:r>
          <a:r>
            <a:rPr lang="en-US" sz="4000"/>
            <a:t> tecnologicos</a:t>
          </a:r>
        </a:p>
      </dgm:t>
    </dgm:pt>
    <dgm:pt modelId="{5EEA59FD-24DD-4A04-B6EF-454022DC46C9}" type="parTrans" cxnId="{11FAD4B0-71EC-4BC4-A190-9257345E8C1F}">
      <dgm:prSet/>
      <dgm:spPr/>
      <dgm:t>
        <a:bodyPr/>
        <a:lstStyle/>
        <a:p>
          <a:endParaRPr lang="en-US" sz="2400"/>
        </a:p>
      </dgm:t>
    </dgm:pt>
    <dgm:pt modelId="{38EEA928-4726-408C-897C-50C4F05F106A}" type="sibTrans" cxnId="{11FAD4B0-71EC-4BC4-A190-9257345E8C1F}">
      <dgm:prSet/>
      <dgm:spPr/>
      <dgm:t>
        <a:bodyPr/>
        <a:lstStyle/>
        <a:p>
          <a:endParaRPr lang="en-US" sz="2400"/>
        </a:p>
      </dgm:t>
    </dgm:pt>
    <dgm:pt modelId="{E23F1FFA-D794-4EF3-A941-1533F0D5420C}">
      <dgm:prSet custT="1"/>
      <dgm:spPr/>
      <dgm:t>
        <a:bodyPr/>
        <a:lstStyle/>
        <a:p>
          <a:endParaRPr lang="en-US" sz="4000"/>
        </a:p>
      </dgm:t>
    </dgm:pt>
    <dgm:pt modelId="{F4C0C382-5A82-4D58-9B05-BE10F291114C}" type="parTrans" cxnId="{63DF0637-A7E4-4B4E-845F-1FB86DB33D5D}">
      <dgm:prSet/>
      <dgm:spPr/>
      <dgm:t>
        <a:bodyPr/>
        <a:lstStyle/>
        <a:p>
          <a:endParaRPr lang="en-US" sz="2400"/>
        </a:p>
      </dgm:t>
    </dgm:pt>
    <dgm:pt modelId="{2F84C073-C59D-4318-9AD1-25960D9032EE}" type="sibTrans" cxnId="{63DF0637-A7E4-4B4E-845F-1FB86DB33D5D}">
      <dgm:prSet/>
      <dgm:spPr/>
      <dgm:t>
        <a:bodyPr/>
        <a:lstStyle/>
        <a:p>
          <a:endParaRPr lang="en-US" sz="2400"/>
        </a:p>
      </dgm:t>
    </dgm:pt>
    <dgm:pt modelId="{54C5220C-AA0B-493A-A00B-4486E1EA3233}">
      <dgm:prSet custT="1"/>
      <dgm:spPr/>
      <dgm:t>
        <a:bodyPr/>
        <a:lstStyle/>
        <a:p>
          <a:endParaRPr lang="en-US" sz="4000"/>
        </a:p>
      </dgm:t>
    </dgm:pt>
    <dgm:pt modelId="{C683C719-8517-47DD-9D19-D3069F5033C5}" type="parTrans" cxnId="{220A7275-470B-4034-89F7-75431429E6FB}">
      <dgm:prSet/>
      <dgm:spPr/>
      <dgm:t>
        <a:bodyPr/>
        <a:lstStyle/>
        <a:p>
          <a:endParaRPr lang="en-US" sz="2400"/>
        </a:p>
      </dgm:t>
    </dgm:pt>
    <dgm:pt modelId="{4399B8CF-AD02-44B5-BDD7-3ABB08305133}" type="sibTrans" cxnId="{220A7275-470B-4034-89F7-75431429E6FB}">
      <dgm:prSet/>
      <dgm:spPr/>
      <dgm:t>
        <a:bodyPr/>
        <a:lstStyle/>
        <a:p>
          <a:endParaRPr lang="en-US" sz="2400"/>
        </a:p>
      </dgm:t>
    </dgm:pt>
    <dgm:pt modelId="{8CCD3176-9102-4C07-A770-C0635C68E878}" type="pres">
      <dgm:prSet presAssocID="{DA7C6B2E-A2B8-4B60-8003-9C44A0022C86}" presName="vert0" presStyleCnt="0">
        <dgm:presLayoutVars>
          <dgm:dir/>
          <dgm:animOne val="branch"/>
          <dgm:animLvl val="lvl"/>
        </dgm:presLayoutVars>
      </dgm:prSet>
      <dgm:spPr/>
    </dgm:pt>
    <dgm:pt modelId="{6419A456-D22C-4B4C-B7B8-2B9925AF611F}" type="pres">
      <dgm:prSet presAssocID="{C27CA17E-B16A-449D-BAFB-086DE30F5E03}" presName="thickLine" presStyleLbl="alignNode1" presStyleIdx="0" presStyleCnt="6"/>
      <dgm:spPr/>
    </dgm:pt>
    <dgm:pt modelId="{64E11DF9-87B8-4FA1-9856-469D3DF6C1C9}" type="pres">
      <dgm:prSet presAssocID="{C27CA17E-B16A-449D-BAFB-086DE30F5E03}" presName="horz1" presStyleCnt="0"/>
      <dgm:spPr/>
    </dgm:pt>
    <dgm:pt modelId="{A21994CB-4910-4493-A4B7-2837DE5882E9}" type="pres">
      <dgm:prSet presAssocID="{C27CA17E-B16A-449D-BAFB-086DE30F5E03}" presName="tx1" presStyleLbl="revTx" presStyleIdx="0" presStyleCnt="6"/>
      <dgm:spPr/>
    </dgm:pt>
    <dgm:pt modelId="{D05F0EA9-833A-4848-835F-1E9EBCF086DF}" type="pres">
      <dgm:prSet presAssocID="{C27CA17E-B16A-449D-BAFB-086DE30F5E03}" presName="vert1" presStyleCnt="0"/>
      <dgm:spPr/>
    </dgm:pt>
    <dgm:pt modelId="{F07B4094-C594-4F3F-AB9C-C02928B25398}" type="pres">
      <dgm:prSet presAssocID="{630C7B74-3664-4BE1-BD6F-1581AD98755E}" presName="thickLine" presStyleLbl="alignNode1" presStyleIdx="1" presStyleCnt="6"/>
      <dgm:spPr/>
    </dgm:pt>
    <dgm:pt modelId="{963E1461-1917-48AD-86E8-F8B7E4C84E65}" type="pres">
      <dgm:prSet presAssocID="{630C7B74-3664-4BE1-BD6F-1581AD98755E}" presName="horz1" presStyleCnt="0"/>
      <dgm:spPr/>
    </dgm:pt>
    <dgm:pt modelId="{A2F807B9-A969-47A8-A018-AC4B527E7476}" type="pres">
      <dgm:prSet presAssocID="{630C7B74-3664-4BE1-BD6F-1581AD98755E}" presName="tx1" presStyleLbl="revTx" presStyleIdx="1" presStyleCnt="6"/>
      <dgm:spPr/>
    </dgm:pt>
    <dgm:pt modelId="{B29B6522-92BC-4D69-A48A-A601EB7E34AF}" type="pres">
      <dgm:prSet presAssocID="{630C7B74-3664-4BE1-BD6F-1581AD98755E}" presName="vert1" presStyleCnt="0"/>
      <dgm:spPr/>
    </dgm:pt>
    <dgm:pt modelId="{DD9184FE-12E8-4016-BD98-03997AAE7015}" type="pres">
      <dgm:prSet presAssocID="{AE21FEFD-0A11-4A14-96CE-70D2A9450D89}" presName="thickLine" presStyleLbl="alignNode1" presStyleIdx="2" presStyleCnt="6"/>
      <dgm:spPr/>
    </dgm:pt>
    <dgm:pt modelId="{ACBA5F7C-F9F7-43D8-B755-DC35FC5CFAFB}" type="pres">
      <dgm:prSet presAssocID="{AE21FEFD-0A11-4A14-96CE-70D2A9450D89}" presName="horz1" presStyleCnt="0"/>
      <dgm:spPr/>
    </dgm:pt>
    <dgm:pt modelId="{349B02AC-F0A8-4DCC-97F3-AB3A812E2623}" type="pres">
      <dgm:prSet presAssocID="{AE21FEFD-0A11-4A14-96CE-70D2A9450D89}" presName="tx1" presStyleLbl="revTx" presStyleIdx="2" presStyleCnt="6"/>
      <dgm:spPr/>
    </dgm:pt>
    <dgm:pt modelId="{3C70FEC5-17BC-4BBB-B04C-F1D120DA2B84}" type="pres">
      <dgm:prSet presAssocID="{AE21FEFD-0A11-4A14-96CE-70D2A9450D89}" presName="vert1" presStyleCnt="0"/>
      <dgm:spPr/>
    </dgm:pt>
    <dgm:pt modelId="{DFFD2343-9EEC-4386-ADAE-12026498D937}" type="pres">
      <dgm:prSet presAssocID="{34567F64-EF31-44FF-939D-DC6CF90B4269}" presName="thickLine" presStyleLbl="alignNode1" presStyleIdx="3" presStyleCnt="6"/>
      <dgm:spPr/>
    </dgm:pt>
    <dgm:pt modelId="{61424171-C4A8-401C-8AE0-B25CD671C20B}" type="pres">
      <dgm:prSet presAssocID="{34567F64-EF31-44FF-939D-DC6CF90B4269}" presName="horz1" presStyleCnt="0"/>
      <dgm:spPr/>
    </dgm:pt>
    <dgm:pt modelId="{85BBEE55-75EF-472E-973D-1E59E1C26729}" type="pres">
      <dgm:prSet presAssocID="{34567F64-EF31-44FF-939D-DC6CF90B4269}" presName="tx1" presStyleLbl="revTx" presStyleIdx="3" presStyleCnt="6"/>
      <dgm:spPr/>
    </dgm:pt>
    <dgm:pt modelId="{C609265B-48D9-42D3-8B90-BFF0D8738AFF}" type="pres">
      <dgm:prSet presAssocID="{34567F64-EF31-44FF-939D-DC6CF90B4269}" presName="vert1" presStyleCnt="0"/>
      <dgm:spPr/>
    </dgm:pt>
    <dgm:pt modelId="{D3E41B86-BE52-4410-BF35-2FFFBC1002BB}" type="pres">
      <dgm:prSet presAssocID="{E23F1FFA-D794-4EF3-A941-1533F0D5420C}" presName="thickLine" presStyleLbl="alignNode1" presStyleIdx="4" presStyleCnt="6"/>
      <dgm:spPr/>
    </dgm:pt>
    <dgm:pt modelId="{F986A34E-CC12-4CF0-B7C8-5BA7AA31B881}" type="pres">
      <dgm:prSet presAssocID="{E23F1FFA-D794-4EF3-A941-1533F0D5420C}" presName="horz1" presStyleCnt="0"/>
      <dgm:spPr/>
    </dgm:pt>
    <dgm:pt modelId="{C9F67374-71EF-44F2-9F1D-A64719C16439}" type="pres">
      <dgm:prSet presAssocID="{E23F1FFA-D794-4EF3-A941-1533F0D5420C}" presName="tx1" presStyleLbl="revTx" presStyleIdx="4" presStyleCnt="6"/>
      <dgm:spPr/>
    </dgm:pt>
    <dgm:pt modelId="{9F96720E-8015-4F58-BD5E-93F1C1C2BB27}" type="pres">
      <dgm:prSet presAssocID="{E23F1FFA-D794-4EF3-A941-1533F0D5420C}" presName="vert1" presStyleCnt="0"/>
      <dgm:spPr/>
    </dgm:pt>
    <dgm:pt modelId="{A7FA03A0-15A8-4BDA-8A84-49DFCDBA6ED0}" type="pres">
      <dgm:prSet presAssocID="{54C5220C-AA0B-493A-A00B-4486E1EA3233}" presName="thickLine" presStyleLbl="alignNode1" presStyleIdx="5" presStyleCnt="6"/>
      <dgm:spPr>
        <a:ln>
          <a:noFill/>
        </a:ln>
      </dgm:spPr>
    </dgm:pt>
    <dgm:pt modelId="{568913E7-C550-4EDF-9501-FD115A109A00}" type="pres">
      <dgm:prSet presAssocID="{54C5220C-AA0B-493A-A00B-4486E1EA3233}" presName="horz1" presStyleCnt="0"/>
      <dgm:spPr/>
    </dgm:pt>
    <dgm:pt modelId="{444F8245-3A8B-49AD-9DE3-9AFA8FA2F7CB}" type="pres">
      <dgm:prSet presAssocID="{54C5220C-AA0B-493A-A00B-4486E1EA3233}" presName="tx1" presStyleLbl="revTx" presStyleIdx="5" presStyleCnt="6"/>
      <dgm:spPr/>
    </dgm:pt>
    <dgm:pt modelId="{EF1146A1-489F-4F59-BD2D-C8423F4C8D53}" type="pres">
      <dgm:prSet presAssocID="{54C5220C-AA0B-493A-A00B-4486E1EA3233}" presName="vert1" presStyleCnt="0"/>
      <dgm:spPr/>
    </dgm:pt>
  </dgm:ptLst>
  <dgm:cxnLst>
    <dgm:cxn modelId="{63DF0637-A7E4-4B4E-845F-1FB86DB33D5D}" srcId="{DA7C6B2E-A2B8-4B60-8003-9C44A0022C86}" destId="{E23F1FFA-D794-4EF3-A941-1533F0D5420C}" srcOrd="4" destOrd="0" parTransId="{F4C0C382-5A82-4D58-9B05-BE10F291114C}" sibTransId="{2F84C073-C59D-4318-9AD1-25960D9032EE}"/>
    <dgm:cxn modelId="{3F35BB5C-AE6E-48EC-8EEA-61327EAD11E1}" type="presOf" srcId="{E23F1FFA-D794-4EF3-A941-1533F0D5420C}" destId="{C9F67374-71EF-44F2-9F1D-A64719C16439}" srcOrd="0" destOrd="0" presId="urn:microsoft.com/office/officeart/2008/layout/LinedList"/>
    <dgm:cxn modelId="{5EDE2E5F-16A2-4DBD-B8C8-F5632EB9194F}" type="presOf" srcId="{C27CA17E-B16A-449D-BAFB-086DE30F5E03}" destId="{A21994CB-4910-4493-A4B7-2837DE5882E9}" srcOrd="0" destOrd="0" presId="urn:microsoft.com/office/officeart/2008/layout/LinedList"/>
    <dgm:cxn modelId="{A223DB47-CBD7-4BEA-BC67-8D78BC331263}" srcId="{DA7C6B2E-A2B8-4B60-8003-9C44A0022C86}" destId="{AE21FEFD-0A11-4A14-96CE-70D2A9450D89}" srcOrd="2" destOrd="0" parTransId="{76350A97-FC95-478A-9EED-FEBEA5698057}" sibTransId="{487B8786-9B13-45D5-B2B9-74FF10484A15}"/>
    <dgm:cxn modelId="{220A7275-470B-4034-89F7-75431429E6FB}" srcId="{DA7C6B2E-A2B8-4B60-8003-9C44A0022C86}" destId="{54C5220C-AA0B-493A-A00B-4486E1EA3233}" srcOrd="5" destOrd="0" parTransId="{C683C719-8517-47DD-9D19-D3069F5033C5}" sibTransId="{4399B8CF-AD02-44B5-BDD7-3ABB08305133}"/>
    <dgm:cxn modelId="{2E90CB87-1C71-4176-B4CC-D98C88A919A4}" type="presOf" srcId="{AE21FEFD-0A11-4A14-96CE-70D2A9450D89}" destId="{349B02AC-F0A8-4DCC-97F3-AB3A812E2623}" srcOrd="0" destOrd="0" presId="urn:microsoft.com/office/officeart/2008/layout/LinedList"/>
    <dgm:cxn modelId="{0705529F-32C3-4DD7-8163-CC6D16DE97AA}" type="presOf" srcId="{DA7C6B2E-A2B8-4B60-8003-9C44A0022C86}" destId="{8CCD3176-9102-4C07-A770-C0635C68E878}" srcOrd="0" destOrd="0" presId="urn:microsoft.com/office/officeart/2008/layout/LinedList"/>
    <dgm:cxn modelId="{1A5D4DA3-C5A9-4A57-BFCC-DB0DEDA77A43}" srcId="{DA7C6B2E-A2B8-4B60-8003-9C44A0022C86}" destId="{630C7B74-3664-4BE1-BD6F-1581AD98755E}" srcOrd="1" destOrd="0" parTransId="{148F5D52-E227-4F37-96BF-3D7953133413}" sibTransId="{E6E5555B-B7CD-4E48-97BD-09D54C970B32}"/>
    <dgm:cxn modelId="{11FAD4B0-71EC-4BC4-A190-9257345E8C1F}" srcId="{DA7C6B2E-A2B8-4B60-8003-9C44A0022C86}" destId="{34567F64-EF31-44FF-939D-DC6CF90B4269}" srcOrd="3" destOrd="0" parTransId="{5EEA59FD-24DD-4A04-B6EF-454022DC46C9}" sibTransId="{38EEA928-4726-408C-897C-50C4F05F106A}"/>
    <dgm:cxn modelId="{AD6078B8-DD1B-4EBB-9CC1-14F5BC04BFA0}" type="presOf" srcId="{54C5220C-AA0B-493A-A00B-4486E1EA3233}" destId="{444F8245-3A8B-49AD-9DE3-9AFA8FA2F7CB}" srcOrd="0" destOrd="0" presId="urn:microsoft.com/office/officeart/2008/layout/LinedList"/>
    <dgm:cxn modelId="{97023EBA-DD33-4272-B8BB-BC4E4042E75C}" type="presOf" srcId="{630C7B74-3664-4BE1-BD6F-1581AD98755E}" destId="{A2F807B9-A969-47A8-A018-AC4B527E7476}" srcOrd="0" destOrd="0" presId="urn:microsoft.com/office/officeart/2008/layout/LinedList"/>
    <dgm:cxn modelId="{C931F9BA-58B3-46E3-880A-9FFF8277E688}" type="presOf" srcId="{34567F64-EF31-44FF-939D-DC6CF90B4269}" destId="{85BBEE55-75EF-472E-973D-1E59E1C26729}" srcOrd="0" destOrd="0" presId="urn:microsoft.com/office/officeart/2008/layout/LinedList"/>
    <dgm:cxn modelId="{F545BDE6-4A70-4FB0-A80F-B74E7B8088B2}" srcId="{DA7C6B2E-A2B8-4B60-8003-9C44A0022C86}" destId="{C27CA17E-B16A-449D-BAFB-086DE30F5E03}" srcOrd="0" destOrd="0" parTransId="{2506B8E4-5176-412A-9D8B-CB57E222D036}" sibTransId="{4756653A-3557-4C07-AD7F-4AFE750E2A59}"/>
    <dgm:cxn modelId="{CD0425DB-7A59-417B-BE49-57F7968A4DAC}" type="presParOf" srcId="{8CCD3176-9102-4C07-A770-C0635C68E878}" destId="{6419A456-D22C-4B4C-B7B8-2B9925AF611F}" srcOrd="0" destOrd="0" presId="urn:microsoft.com/office/officeart/2008/layout/LinedList"/>
    <dgm:cxn modelId="{F74D9DB2-2B70-4CC9-B965-24917F9B908D}" type="presParOf" srcId="{8CCD3176-9102-4C07-A770-C0635C68E878}" destId="{64E11DF9-87B8-4FA1-9856-469D3DF6C1C9}" srcOrd="1" destOrd="0" presId="urn:microsoft.com/office/officeart/2008/layout/LinedList"/>
    <dgm:cxn modelId="{5EE093CB-2D18-4323-8F84-A4DF6ED7B038}" type="presParOf" srcId="{64E11DF9-87B8-4FA1-9856-469D3DF6C1C9}" destId="{A21994CB-4910-4493-A4B7-2837DE5882E9}" srcOrd="0" destOrd="0" presId="urn:microsoft.com/office/officeart/2008/layout/LinedList"/>
    <dgm:cxn modelId="{3D4306DF-B404-4F34-A299-70EAC715A69D}" type="presParOf" srcId="{64E11DF9-87B8-4FA1-9856-469D3DF6C1C9}" destId="{D05F0EA9-833A-4848-835F-1E9EBCF086DF}" srcOrd="1" destOrd="0" presId="urn:microsoft.com/office/officeart/2008/layout/LinedList"/>
    <dgm:cxn modelId="{25DF2C82-010A-4D5A-87C3-A628DD324A25}" type="presParOf" srcId="{8CCD3176-9102-4C07-A770-C0635C68E878}" destId="{F07B4094-C594-4F3F-AB9C-C02928B25398}" srcOrd="2" destOrd="0" presId="urn:microsoft.com/office/officeart/2008/layout/LinedList"/>
    <dgm:cxn modelId="{693E8A2C-D38F-4ABB-9228-F05F53EB47A7}" type="presParOf" srcId="{8CCD3176-9102-4C07-A770-C0635C68E878}" destId="{963E1461-1917-48AD-86E8-F8B7E4C84E65}" srcOrd="3" destOrd="0" presId="urn:microsoft.com/office/officeart/2008/layout/LinedList"/>
    <dgm:cxn modelId="{9C108FFC-A5F2-458B-A345-E12554E7DC18}" type="presParOf" srcId="{963E1461-1917-48AD-86E8-F8B7E4C84E65}" destId="{A2F807B9-A969-47A8-A018-AC4B527E7476}" srcOrd="0" destOrd="0" presId="urn:microsoft.com/office/officeart/2008/layout/LinedList"/>
    <dgm:cxn modelId="{572F3470-F05B-4F3F-B013-BAE75ACFFDEC}" type="presParOf" srcId="{963E1461-1917-48AD-86E8-F8B7E4C84E65}" destId="{B29B6522-92BC-4D69-A48A-A601EB7E34AF}" srcOrd="1" destOrd="0" presId="urn:microsoft.com/office/officeart/2008/layout/LinedList"/>
    <dgm:cxn modelId="{4A146BAC-2A7D-48C5-9FC3-FEDE3C5CDE67}" type="presParOf" srcId="{8CCD3176-9102-4C07-A770-C0635C68E878}" destId="{DD9184FE-12E8-4016-BD98-03997AAE7015}" srcOrd="4" destOrd="0" presId="urn:microsoft.com/office/officeart/2008/layout/LinedList"/>
    <dgm:cxn modelId="{6F694E3D-1C31-4EA5-9AE7-A3982D1B21F6}" type="presParOf" srcId="{8CCD3176-9102-4C07-A770-C0635C68E878}" destId="{ACBA5F7C-F9F7-43D8-B755-DC35FC5CFAFB}" srcOrd="5" destOrd="0" presId="urn:microsoft.com/office/officeart/2008/layout/LinedList"/>
    <dgm:cxn modelId="{BE38148B-C675-4A19-921E-D3F9E82EB6DD}" type="presParOf" srcId="{ACBA5F7C-F9F7-43D8-B755-DC35FC5CFAFB}" destId="{349B02AC-F0A8-4DCC-97F3-AB3A812E2623}" srcOrd="0" destOrd="0" presId="urn:microsoft.com/office/officeart/2008/layout/LinedList"/>
    <dgm:cxn modelId="{50F9D996-25DF-4581-88D1-9283AF265E87}" type="presParOf" srcId="{ACBA5F7C-F9F7-43D8-B755-DC35FC5CFAFB}" destId="{3C70FEC5-17BC-4BBB-B04C-F1D120DA2B84}" srcOrd="1" destOrd="0" presId="urn:microsoft.com/office/officeart/2008/layout/LinedList"/>
    <dgm:cxn modelId="{457D1792-4959-4A63-A3F3-53DD0ACB9A73}" type="presParOf" srcId="{8CCD3176-9102-4C07-A770-C0635C68E878}" destId="{DFFD2343-9EEC-4386-ADAE-12026498D937}" srcOrd="6" destOrd="0" presId="urn:microsoft.com/office/officeart/2008/layout/LinedList"/>
    <dgm:cxn modelId="{91784604-2B10-4E18-9568-D737917EFBA0}" type="presParOf" srcId="{8CCD3176-9102-4C07-A770-C0635C68E878}" destId="{61424171-C4A8-401C-8AE0-B25CD671C20B}" srcOrd="7" destOrd="0" presId="urn:microsoft.com/office/officeart/2008/layout/LinedList"/>
    <dgm:cxn modelId="{FD70CB29-A9E9-4799-9533-9704BB8233F9}" type="presParOf" srcId="{61424171-C4A8-401C-8AE0-B25CD671C20B}" destId="{85BBEE55-75EF-472E-973D-1E59E1C26729}" srcOrd="0" destOrd="0" presId="urn:microsoft.com/office/officeart/2008/layout/LinedList"/>
    <dgm:cxn modelId="{9C9C1712-375B-4DFA-8FFB-9A730A9FC6B8}" type="presParOf" srcId="{61424171-C4A8-401C-8AE0-B25CD671C20B}" destId="{C609265B-48D9-42D3-8B90-BFF0D8738AFF}" srcOrd="1" destOrd="0" presId="urn:microsoft.com/office/officeart/2008/layout/LinedList"/>
    <dgm:cxn modelId="{5E90B98D-1BC9-4563-A3B5-53601F730ED5}" type="presParOf" srcId="{8CCD3176-9102-4C07-A770-C0635C68E878}" destId="{D3E41B86-BE52-4410-BF35-2FFFBC1002BB}" srcOrd="8" destOrd="0" presId="urn:microsoft.com/office/officeart/2008/layout/LinedList"/>
    <dgm:cxn modelId="{52C3185D-46E4-4732-B143-ED1C15287D70}" type="presParOf" srcId="{8CCD3176-9102-4C07-A770-C0635C68E878}" destId="{F986A34E-CC12-4CF0-B7C8-5BA7AA31B881}" srcOrd="9" destOrd="0" presId="urn:microsoft.com/office/officeart/2008/layout/LinedList"/>
    <dgm:cxn modelId="{16D5BE7B-9B19-425C-9971-A84278FB4592}" type="presParOf" srcId="{F986A34E-CC12-4CF0-B7C8-5BA7AA31B881}" destId="{C9F67374-71EF-44F2-9F1D-A64719C16439}" srcOrd="0" destOrd="0" presId="urn:microsoft.com/office/officeart/2008/layout/LinedList"/>
    <dgm:cxn modelId="{03B268BA-938A-458B-A35D-DC3705306C4D}" type="presParOf" srcId="{F986A34E-CC12-4CF0-B7C8-5BA7AA31B881}" destId="{9F96720E-8015-4F58-BD5E-93F1C1C2BB27}" srcOrd="1" destOrd="0" presId="urn:microsoft.com/office/officeart/2008/layout/LinedList"/>
    <dgm:cxn modelId="{98558715-9FEB-40E1-8498-8A2EFE149B13}" type="presParOf" srcId="{8CCD3176-9102-4C07-A770-C0635C68E878}" destId="{A7FA03A0-15A8-4BDA-8A84-49DFCDBA6ED0}" srcOrd="10" destOrd="0" presId="urn:microsoft.com/office/officeart/2008/layout/LinedList"/>
    <dgm:cxn modelId="{A9471FC6-5AAE-4D51-B407-1B9A6C794F02}" type="presParOf" srcId="{8CCD3176-9102-4C07-A770-C0635C68E878}" destId="{568913E7-C550-4EDF-9501-FD115A109A00}" srcOrd="11" destOrd="0" presId="urn:microsoft.com/office/officeart/2008/layout/LinedList"/>
    <dgm:cxn modelId="{C0D3B205-5ABB-411F-A229-12C82E93AEEE}" type="presParOf" srcId="{568913E7-C550-4EDF-9501-FD115A109A00}" destId="{444F8245-3A8B-49AD-9DE3-9AFA8FA2F7CB}" srcOrd="0" destOrd="0" presId="urn:microsoft.com/office/officeart/2008/layout/LinedList"/>
    <dgm:cxn modelId="{62A00D60-3B0F-488D-AD99-FCA0BF6555EF}" type="presParOf" srcId="{568913E7-C550-4EDF-9501-FD115A109A00}" destId="{EF1146A1-489F-4F59-BD2D-C8423F4C8D5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361993D-64B1-43B1-963F-FD394F413F99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CD6F9AA-072C-4AB1-9DFE-3BABFEF648C9}">
      <dgm:prSet/>
      <dgm:spPr/>
      <dgm:t>
        <a:bodyPr/>
        <a:lstStyle/>
        <a:p>
          <a:pPr>
            <a:lnSpc>
              <a:spcPct val="100000"/>
            </a:lnSpc>
          </a:pPr>
          <a:r>
            <a:rPr lang="es-MX"/>
            <a:t>Similar a ISO 27001, pero con enfoque en cómo aplicar los controles.</a:t>
          </a:r>
          <a:endParaRPr lang="en-US"/>
        </a:p>
      </dgm:t>
    </dgm:pt>
    <dgm:pt modelId="{0F36FCF1-EAA0-4421-BB28-E1EC71EB01D8}" type="parTrans" cxnId="{6F2A01F7-EDFB-4179-A8D2-F26C225360BA}">
      <dgm:prSet/>
      <dgm:spPr/>
      <dgm:t>
        <a:bodyPr/>
        <a:lstStyle/>
        <a:p>
          <a:endParaRPr lang="en-US"/>
        </a:p>
      </dgm:t>
    </dgm:pt>
    <dgm:pt modelId="{247B84B4-E7CE-4981-9CE9-A4C56B2142DE}" type="sibTrans" cxnId="{6F2A01F7-EDFB-4179-A8D2-F26C225360BA}">
      <dgm:prSet/>
      <dgm:spPr/>
      <dgm:t>
        <a:bodyPr/>
        <a:lstStyle/>
        <a:p>
          <a:endParaRPr lang="en-US"/>
        </a:p>
      </dgm:t>
    </dgm:pt>
    <dgm:pt modelId="{6459EE1F-FDE6-4C15-B9EA-450872CEE6FE}">
      <dgm:prSet/>
      <dgm:spPr/>
      <dgm:t>
        <a:bodyPr/>
        <a:lstStyle/>
        <a:p>
          <a:pPr>
            <a:lnSpc>
              <a:spcPct val="100000"/>
            </a:lnSpc>
          </a:pPr>
          <a:r>
            <a:rPr lang="es-MX"/>
            <a:t>Proporciona guías y ejemplos concretos.</a:t>
          </a:r>
          <a:endParaRPr lang="en-US"/>
        </a:p>
      </dgm:t>
    </dgm:pt>
    <dgm:pt modelId="{2CF25E8C-7CCC-45C9-8DD4-EEAD82F60D55}" type="parTrans" cxnId="{8B97A1F2-3F15-4BF8-9750-9729BFE24F43}">
      <dgm:prSet/>
      <dgm:spPr/>
      <dgm:t>
        <a:bodyPr/>
        <a:lstStyle/>
        <a:p>
          <a:endParaRPr lang="en-US"/>
        </a:p>
      </dgm:t>
    </dgm:pt>
    <dgm:pt modelId="{6008C461-DCC1-4104-B90F-363E683CA4A8}" type="sibTrans" cxnId="{8B97A1F2-3F15-4BF8-9750-9729BFE24F43}">
      <dgm:prSet/>
      <dgm:spPr/>
      <dgm:t>
        <a:bodyPr/>
        <a:lstStyle/>
        <a:p>
          <a:endParaRPr lang="en-US"/>
        </a:p>
      </dgm:t>
    </dgm:pt>
    <dgm:pt modelId="{DFACBA6E-EB99-4195-9D23-3C2AAD55AD3C}">
      <dgm:prSet/>
      <dgm:spPr/>
      <dgm:t>
        <a:bodyPr/>
        <a:lstStyle/>
        <a:p>
          <a:pPr>
            <a:lnSpc>
              <a:spcPct val="100000"/>
            </a:lnSpc>
          </a:pPr>
          <a:r>
            <a:rPr lang="es-MX"/>
            <a:t>No es certificable, pero apoya la implementación de la 27001.</a:t>
          </a:r>
          <a:endParaRPr lang="en-US"/>
        </a:p>
      </dgm:t>
    </dgm:pt>
    <dgm:pt modelId="{5B85BD80-AFF2-4221-AA50-7556C81C59BE}" type="parTrans" cxnId="{8CFCA62A-5521-485B-A426-FE9F2060FAB2}">
      <dgm:prSet/>
      <dgm:spPr/>
      <dgm:t>
        <a:bodyPr/>
        <a:lstStyle/>
        <a:p>
          <a:endParaRPr lang="en-US"/>
        </a:p>
      </dgm:t>
    </dgm:pt>
    <dgm:pt modelId="{C19131E6-39FA-4474-97E3-C3EF92E261CF}" type="sibTrans" cxnId="{8CFCA62A-5521-485B-A426-FE9F2060FAB2}">
      <dgm:prSet/>
      <dgm:spPr/>
      <dgm:t>
        <a:bodyPr/>
        <a:lstStyle/>
        <a:p>
          <a:endParaRPr lang="en-US"/>
        </a:p>
      </dgm:t>
    </dgm:pt>
    <dgm:pt modelId="{7B8A2467-DE28-4940-A588-7380E76E40D1}" type="pres">
      <dgm:prSet presAssocID="{B361993D-64B1-43B1-963F-FD394F413F99}" presName="root" presStyleCnt="0">
        <dgm:presLayoutVars>
          <dgm:dir/>
          <dgm:resizeHandles val="exact"/>
        </dgm:presLayoutVars>
      </dgm:prSet>
      <dgm:spPr/>
    </dgm:pt>
    <dgm:pt modelId="{89BC9127-308D-4D45-8E60-6B33F4D40EF6}" type="pres">
      <dgm:prSet presAssocID="{6CD6F9AA-072C-4AB1-9DFE-3BABFEF648C9}" presName="compNode" presStyleCnt="0"/>
      <dgm:spPr/>
    </dgm:pt>
    <dgm:pt modelId="{D067C020-D77C-401B-8509-C509258CBAE9}" type="pres">
      <dgm:prSet presAssocID="{6CD6F9AA-072C-4AB1-9DFE-3BABFEF648C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esbloquear"/>
        </a:ext>
      </dgm:extLst>
    </dgm:pt>
    <dgm:pt modelId="{45C6F960-57C4-4895-8D69-E11E7B9CBE0B}" type="pres">
      <dgm:prSet presAssocID="{6CD6F9AA-072C-4AB1-9DFE-3BABFEF648C9}" presName="spaceRect" presStyleCnt="0"/>
      <dgm:spPr/>
    </dgm:pt>
    <dgm:pt modelId="{0CC57C19-0CC0-4C28-A4DD-C70DF3F33D10}" type="pres">
      <dgm:prSet presAssocID="{6CD6F9AA-072C-4AB1-9DFE-3BABFEF648C9}" presName="textRect" presStyleLbl="revTx" presStyleIdx="0" presStyleCnt="3">
        <dgm:presLayoutVars>
          <dgm:chMax val="1"/>
          <dgm:chPref val="1"/>
        </dgm:presLayoutVars>
      </dgm:prSet>
      <dgm:spPr/>
    </dgm:pt>
    <dgm:pt modelId="{EFEA4C71-2025-4B83-A2AC-06060A667082}" type="pres">
      <dgm:prSet presAssocID="{247B84B4-E7CE-4981-9CE9-A4C56B2142DE}" presName="sibTrans" presStyleCnt="0"/>
      <dgm:spPr/>
    </dgm:pt>
    <dgm:pt modelId="{016C42A8-F16B-4F0D-B0F7-A4EF70C38BFF}" type="pres">
      <dgm:prSet presAssocID="{6459EE1F-FDE6-4C15-B9EA-450872CEE6FE}" presName="compNode" presStyleCnt="0"/>
      <dgm:spPr/>
    </dgm:pt>
    <dgm:pt modelId="{C6C7A05B-93FD-4992-923B-7ED520FB3DAC}" type="pres">
      <dgm:prSet presAssocID="{6459EE1F-FDE6-4C15-B9EA-450872CEE6F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CCB0BFE6-BFB7-4A27-9F22-F5B71A64F1E7}" type="pres">
      <dgm:prSet presAssocID="{6459EE1F-FDE6-4C15-B9EA-450872CEE6FE}" presName="spaceRect" presStyleCnt="0"/>
      <dgm:spPr/>
    </dgm:pt>
    <dgm:pt modelId="{5E292419-3F98-455E-BBF5-13D3482CC507}" type="pres">
      <dgm:prSet presAssocID="{6459EE1F-FDE6-4C15-B9EA-450872CEE6FE}" presName="textRect" presStyleLbl="revTx" presStyleIdx="1" presStyleCnt="3">
        <dgm:presLayoutVars>
          <dgm:chMax val="1"/>
          <dgm:chPref val="1"/>
        </dgm:presLayoutVars>
      </dgm:prSet>
      <dgm:spPr/>
    </dgm:pt>
    <dgm:pt modelId="{B83775E7-ECF9-48C9-B79E-4827F7900C32}" type="pres">
      <dgm:prSet presAssocID="{6008C461-DCC1-4104-B90F-363E683CA4A8}" presName="sibTrans" presStyleCnt="0"/>
      <dgm:spPr/>
    </dgm:pt>
    <dgm:pt modelId="{4DCD6D42-17C2-4643-9429-107424951F62}" type="pres">
      <dgm:prSet presAssocID="{DFACBA6E-EB99-4195-9D23-3C2AAD55AD3C}" presName="compNode" presStyleCnt="0"/>
      <dgm:spPr/>
    </dgm:pt>
    <dgm:pt modelId="{D6298BD0-9219-43AF-86EC-C02DF3BEA1D0}" type="pres">
      <dgm:prSet presAssocID="{DFACBA6E-EB99-4195-9D23-3C2AAD55AD3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5E84749D-1BAD-47A3-A70F-2DD27977D180}" type="pres">
      <dgm:prSet presAssocID="{DFACBA6E-EB99-4195-9D23-3C2AAD55AD3C}" presName="spaceRect" presStyleCnt="0"/>
      <dgm:spPr/>
    </dgm:pt>
    <dgm:pt modelId="{22B04D3A-9D11-4005-A0B9-D11720711DC4}" type="pres">
      <dgm:prSet presAssocID="{DFACBA6E-EB99-4195-9D23-3C2AAD55AD3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3C2170F-F6C4-4CF3-85C7-F687FB25BEFB}" type="presOf" srcId="{B361993D-64B1-43B1-963F-FD394F413F99}" destId="{7B8A2467-DE28-4940-A588-7380E76E40D1}" srcOrd="0" destOrd="0" presId="urn:microsoft.com/office/officeart/2018/2/layout/IconLabelList"/>
    <dgm:cxn modelId="{8CFCA62A-5521-485B-A426-FE9F2060FAB2}" srcId="{B361993D-64B1-43B1-963F-FD394F413F99}" destId="{DFACBA6E-EB99-4195-9D23-3C2AAD55AD3C}" srcOrd="2" destOrd="0" parTransId="{5B85BD80-AFF2-4221-AA50-7556C81C59BE}" sibTransId="{C19131E6-39FA-4474-97E3-C3EF92E261CF}"/>
    <dgm:cxn modelId="{E3C0DE7B-DDD3-47D7-BDB2-24346ABB612A}" type="presOf" srcId="{6CD6F9AA-072C-4AB1-9DFE-3BABFEF648C9}" destId="{0CC57C19-0CC0-4C28-A4DD-C70DF3F33D10}" srcOrd="0" destOrd="0" presId="urn:microsoft.com/office/officeart/2018/2/layout/IconLabelList"/>
    <dgm:cxn modelId="{5ED52586-8AB8-42D7-BF92-C1D7B4BE242F}" type="presOf" srcId="{6459EE1F-FDE6-4C15-B9EA-450872CEE6FE}" destId="{5E292419-3F98-455E-BBF5-13D3482CC507}" srcOrd="0" destOrd="0" presId="urn:microsoft.com/office/officeart/2018/2/layout/IconLabelList"/>
    <dgm:cxn modelId="{316B91CE-CA05-4E40-86D2-10B9FDC1DA3F}" type="presOf" srcId="{DFACBA6E-EB99-4195-9D23-3C2AAD55AD3C}" destId="{22B04D3A-9D11-4005-A0B9-D11720711DC4}" srcOrd="0" destOrd="0" presId="urn:microsoft.com/office/officeart/2018/2/layout/IconLabelList"/>
    <dgm:cxn modelId="{8B97A1F2-3F15-4BF8-9750-9729BFE24F43}" srcId="{B361993D-64B1-43B1-963F-FD394F413F99}" destId="{6459EE1F-FDE6-4C15-B9EA-450872CEE6FE}" srcOrd="1" destOrd="0" parTransId="{2CF25E8C-7CCC-45C9-8DD4-EEAD82F60D55}" sibTransId="{6008C461-DCC1-4104-B90F-363E683CA4A8}"/>
    <dgm:cxn modelId="{6F2A01F7-EDFB-4179-A8D2-F26C225360BA}" srcId="{B361993D-64B1-43B1-963F-FD394F413F99}" destId="{6CD6F9AA-072C-4AB1-9DFE-3BABFEF648C9}" srcOrd="0" destOrd="0" parTransId="{0F36FCF1-EAA0-4421-BB28-E1EC71EB01D8}" sibTransId="{247B84B4-E7CE-4981-9CE9-A4C56B2142DE}"/>
    <dgm:cxn modelId="{8B658988-4EB7-4D0D-B830-145443D5F274}" type="presParOf" srcId="{7B8A2467-DE28-4940-A588-7380E76E40D1}" destId="{89BC9127-308D-4D45-8E60-6B33F4D40EF6}" srcOrd="0" destOrd="0" presId="urn:microsoft.com/office/officeart/2018/2/layout/IconLabelList"/>
    <dgm:cxn modelId="{D9F2E891-8890-46D5-B264-0D254CBF5513}" type="presParOf" srcId="{89BC9127-308D-4D45-8E60-6B33F4D40EF6}" destId="{D067C020-D77C-401B-8509-C509258CBAE9}" srcOrd="0" destOrd="0" presId="urn:microsoft.com/office/officeart/2018/2/layout/IconLabelList"/>
    <dgm:cxn modelId="{496DE870-2FB2-47EB-809B-DC3C5FB1C1D6}" type="presParOf" srcId="{89BC9127-308D-4D45-8E60-6B33F4D40EF6}" destId="{45C6F960-57C4-4895-8D69-E11E7B9CBE0B}" srcOrd="1" destOrd="0" presId="urn:microsoft.com/office/officeart/2018/2/layout/IconLabelList"/>
    <dgm:cxn modelId="{9F3079F2-23C3-465D-BA13-87D691826766}" type="presParOf" srcId="{89BC9127-308D-4D45-8E60-6B33F4D40EF6}" destId="{0CC57C19-0CC0-4C28-A4DD-C70DF3F33D10}" srcOrd="2" destOrd="0" presId="urn:microsoft.com/office/officeart/2018/2/layout/IconLabelList"/>
    <dgm:cxn modelId="{337BE09C-5ADE-4A40-B6BF-883DC47D5D67}" type="presParOf" srcId="{7B8A2467-DE28-4940-A588-7380E76E40D1}" destId="{EFEA4C71-2025-4B83-A2AC-06060A667082}" srcOrd="1" destOrd="0" presId="urn:microsoft.com/office/officeart/2018/2/layout/IconLabelList"/>
    <dgm:cxn modelId="{A88722C7-16DE-4306-AA5C-EC3E55BDB207}" type="presParOf" srcId="{7B8A2467-DE28-4940-A588-7380E76E40D1}" destId="{016C42A8-F16B-4F0D-B0F7-A4EF70C38BFF}" srcOrd="2" destOrd="0" presId="urn:microsoft.com/office/officeart/2018/2/layout/IconLabelList"/>
    <dgm:cxn modelId="{25B45300-8974-4D5D-AD17-04E555EE308F}" type="presParOf" srcId="{016C42A8-F16B-4F0D-B0F7-A4EF70C38BFF}" destId="{C6C7A05B-93FD-4992-923B-7ED520FB3DAC}" srcOrd="0" destOrd="0" presId="urn:microsoft.com/office/officeart/2018/2/layout/IconLabelList"/>
    <dgm:cxn modelId="{EF65538A-63F4-4047-BCC1-467E6E0C1659}" type="presParOf" srcId="{016C42A8-F16B-4F0D-B0F7-A4EF70C38BFF}" destId="{CCB0BFE6-BFB7-4A27-9F22-F5B71A64F1E7}" srcOrd="1" destOrd="0" presId="urn:microsoft.com/office/officeart/2018/2/layout/IconLabelList"/>
    <dgm:cxn modelId="{389CD340-2F67-4BF8-9095-7E5516E37891}" type="presParOf" srcId="{016C42A8-F16B-4F0D-B0F7-A4EF70C38BFF}" destId="{5E292419-3F98-455E-BBF5-13D3482CC507}" srcOrd="2" destOrd="0" presId="urn:microsoft.com/office/officeart/2018/2/layout/IconLabelList"/>
    <dgm:cxn modelId="{52DC6509-406D-4219-8EA0-2EE6E2572EB0}" type="presParOf" srcId="{7B8A2467-DE28-4940-A588-7380E76E40D1}" destId="{B83775E7-ECF9-48C9-B79E-4827F7900C32}" srcOrd="3" destOrd="0" presId="urn:microsoft.com/office/officeart/2018/2/layout/IconLabelList"/>
    <dgm:cxn modelId="{127AB1BC-697A-4738-A2C7-210AB87BE42F}" type="presParOf" srcId="{7B8A2467-DE28-4940-A588-7380E76E40D1}" destId="{4DCD6D42-17C2-4643-9429-107424951F62}" srcOrd="4" destOrd="0" presId="urn:microsoft.com/office/officeart/2018/2/layout/IconLabelList"/>
    <dgm:cxn modelId="{1ECCB090-18E1-4BE0-AE73-509DD0C14C45}" type="presParOf" srcId="{4DCD6D42-17C2-4643-9429-107424951F62}" destId="{D6298BD0-9219-43AF-86EC-C02DF3BEA1D0}" srcOrd="0" destOrd="0" presId="urn:microsoft.com/office/officeart/2018/2/layout/IconLabelList"/>
    <dgm:cxn modelId="{22989261-9E26-4C28-B13A-985A340245EE}" type="presParOf" srcId="{4DCD6D42-17C2-4643-9429-107424951F62}" destId="{5E84749D-1BAD-47A3-A70F-2DD27977D180}" srcOrd="1" destOrd="0" presId="urn:microsoft.com/office/officeart/2018/2/layout/IconLabelList"/>
    <dgm:cxn modelId="{F225DA40-2B2E-409A-B218-274323927B78}" type="presParOf" srcId="{4DCD6D42-17C2-4643-9429-107424951F62}" destId="{22B04D3A-9D11-4005-A0B9-D11720711DC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FF2EBD8-84C9-4DCB-9F42-BE47A2DBA9E4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CC94680C-8CD6-4ED4-8D11-6730ECBF8FC9}">
      <dgm:prSet/>
      <dgm:spPr/>
      <dgm:t>
        <a:bodyPr/>
        <a:lstStyle/>
        <a:p>
          <a:pPr>
            <a:defRPr cap="all"/>
          </a:pPr>
          <a:r>
            <a:rPr lang="es-CR"/>
            <a:t>Evaluación de riesgos</a:t>
          </a:r>
          <a:endParaRPr lang="en-US"/>
        </a:p>
      </dgm:t>
    </dgm:pt>
    <dgm:pt modelId="{891BC1B5-B154-4CD6-91A4-6721369AC877}" type="parTrans" cxnId="{CEC77B0E-7BD0-4778-9A66-0F6C5CF84013}">
      <dgm:prSet/>
      <dgm:spPr/>
      <dgm:t>
        <a:bodyPr/>
        <a:lstStyle/>
        <a:p>
          <a:endParaRPr lang="en-US"/>
        </a:p>
      </dgm:t>
    </dgm:pt>
    <dgm:pt modelId="{7296A093-96AE-40BF-83B5-21B0E91D7B30}" type="sibTrans" cxnId="{CEC77B0E-7BD0-4778-9A66-0F6C5CF84013}">
      <dgm:prSet/>
      <dgm:spPr/>
      <dgm:t>
        <a:bodyPr/>
        <a:lstStyle/>
        <a:p>
          <a:endParaRPr lang="en-US"/>
        </a:p>
      </dgm:t>
    </dgm:pt>
    <dgm:pt modelId="{10624250-CE85-4CB4-8734-A3584673EFC9}">
      <dgm:prSet/>
      <dgm:spPr/>
      <dgm:t>
        <a:bodyPr/>
        <a:lstStyle/>
        <a:p>
          <a:pPr>
            <a:defRPr cap="all"/>
          </a:pPr>
          <a:r>
            <a:rPr lang="es-CR"/>
            <a:t>Políticas y procedimientos</a:t>
          </a:r>
          <a:endParaRPr lang="en-US"/>
        </a:p>
      </dgm:t>
    </dgm:pt>
    <dgm:pt modelId="{FC2D51DC-924F-41EB-B058-CC292CF9B946}" type="parTrans" cxnId="{4C09827C-1DD7-452E-B288-70F89F1B07A6}">
      <dgm:prSet/>
      <dgm:spPr/>
      <dgm:t>
        <a:bodyPr/>
        <a:lstStyle/>
        <a:p>
          <a:endParaRPr lang="en-US"/>
        </a:p>
      </dgm:t>
    </dgm:pt>
    <dgm:pt modelId="{FB96B599-37F2-4F18-8C5D-90B31E6A0CBE}" type="sibTrans" cxnId="{4C09827C-1DD7-452E-B288-70F89F1B07A6}">
      <dgm:prSet/>
      <dgm:spPr/>
      <dgm:t>
        <a:bodyPr/>
        <a:lstStyle/>
        <a:p>
          <a:endParaRPr lang="en-US"/>
        </a:p>
      </dgm:t>
    </dgm:pt>
    <dgm:pt modelId="{AB024BDF-0D2F-426D-851B-34AA6188074E}">
      <dgm:prSet/>
      <dgm:spPr/>
      <dgm:t>
        <a:bodyPr/>
        <a:lstStyle/>
        <a:p>
          <a:pPr>
            <a:defRPr cap="all"/>
          </a:pPr>
          <a:r>
            <a:rPr lang="es-CR"/>
            <a:t>Control y monitoreo continuo</a:t>
          </a:r>
          <a:endParaRPr lang="en-US"/>
        </a:p>
      </dgm:t>
    </dgm:pt>
    <dgm:pt modelId="{7FFD98D5-1D1E-46B5-99EF-368D9728D100}" type="parTrans" cxnId="{02D6C4AA-4240-45AF-A8E5-6C75B8E1706B}">
      <dgm:prSet/>
      <dgm:spPr/>
      <dgm:t>
        <a:bodyPr/>
        <a:lstStyle/>
        <a:p>
          <a:endParaRPr lang="en-US"/>
        </a:p>
      </dgm:t>
    </dgm:pt>
    <dgm:pt modelId="{C0AB11C4-76E7-4334-95D4-283FDCDAA425}" type="sibTrans" cxnId="{02D6C4AA-4240-45AF-A8E5-6C75B8E1706B}">
      <dgm:prSet/>
      <dgm:spPr/>
      <dgm:t>
        <a:bodyPr/>
        <a:lstStyle/>
        <a:p>
          <a:endParaRPr lang="en-US"/>
        </a:p>
      </dgm:t>
    </dgm:pt>
    <dgm:pt modelId="{5DCF876E-6FF9-45C7-A8F3-C4D2A7A13703}">
      <dgm:prSet/>
      <dgm:spPr/>
      <dgm:t>
        <a:bodyPr/>
        <a:lstStyle/>
        <a:p>
          <a:pPr>
            <a:defRPr cap="all"/>
          </a:pPr>
          <a:r>
            <a:rPr lang="es-CR"/>
            <a:t>Monitoreo continuo y mejora</a:t>
          </a:r>
          <a:endParaRPr lang="en-US"/>
        </a:p>
      </dgm:t>
    </dgm:pt>
    <dgm:pt modelId="{9D98AF0E-852C-4D6F-82BA-2239AF04D47A}" type="parTrans" cxnId="{32F822DE-A025-46B6-9510-E4D8B69EE621}">
      <dgm:prSet/>
      <dgm:spPr/>
      <dgm:t>
        <a:bodyPr/>
        <a:lstStyle/>
        <a:p>
          <a:endParaRPr lang="en-US"/>
        </a:p>
      </dgm:t>
    </dgm:pt>
    <dgm:pt modelId="{36CDF424-F21E-442F-B6A1-D62A53AFAEBC}" type="sibTrans" cxnId="{32F822DE-A025-46B6-9510-E4D8B69EE621}">
      <dgm:prSet/>
      <dgm:spPr/>
      <dgm:t>
        <a:bodyPr/>
        <a:lstStyle/>
        <a:p>
          <a:endParaRPr lang="en-US"/>
        </a:p>
      </dgm:t>
    </dgm:pt>
    <dgm:pt modelId="{B7F364EF-2FB6-4AC2-B8EF-AFD823FFB356}" type="pres">
      <dgm:prSet presAssocID="{6FF2EBD8-84C9-4DCB-9F42-BE47A2DBA9E4}" presName="outerComposite" presStyleCnt="0">
        <dgm:presLayoutVars>
          <dgm:chMax val="5"/>
          <dgm:dir/>
          <dgm:resizeHandles val="exact"/>
        </dgm:presLayoutVars>
      </dgm:prSet>
      <dgm:spPr/>
    </dgm:pt>
    <dgm:pt modelId="{97D9080C-7758-47A6-9AB7-FCB6CC386E3A}" type="pres">
      <dgm:prSet presAssocID="{6FF2EBD8-84C9-4DCB-9F42-BE47A2DBA9E4}" presName="dummyMaxCanvas" presStyleCnt="0">
        <dgm:presLayoutVars/>
      </dgm:prSet>
      <dgm:spPr/>
    </dgm:pt>
    <dgm:pt modelId="{78FD50FD-CB1C-470C-A2DF-2E1D57405BD4}" type="pres">
      <dgm:prSet presAssocID="{6FF2EBD8-84C9-4DCB-9F42-BE47A2DBA9E4}" presName="FourNodes_1" presStyleLbl="node1" presStyleIdx="0" presStyleCnt="4">
        <dgm:presLayoutVars>
          <dgm:bulletEnabled val="1"/>
        </dgm:presLayoutVars>
      </dgm:prSet>
      <dgm:spPr/>
    </dgm:pt>
    <dgm:pt modelId="{E380F9C8-6976-423E-9303-A421886843AC}" type="pres">
      <dgm:prSet presAssocID="{6FF2EBD8-84C9-4DCB-9F42-BE47A2DBA9E4}" presName="FourNodes_2" presStyleLbl="node1" presStyleIdx="1" presStyleCnt="4">
        <dgm:presLayoutVars>
          <dgm:bulletEnabled val="1"/>
        </dgm:presLayoutVars>
      </dgm:prSet>
      <dgm:spPr/>
    </dgm:pt>
    <dgm:pt modelId="{CF958B1C-82BA-4D9E-B3B0-90B0BFE39210}" type="pres">
      <dgm:prSet presAssocID="{6FF2EBD8-84C9-4DCB-9F42-BE47A2DBA9E4}" presName="FourNodes_3" presStyleLbl="node1" presStyleIdx="2" presStyleCnt="4">
        <dgm:presLayoutVars>
          <dgm:bulletEnabled val="1"/>
        </dgm:presLayoutVars>
      </dgm:prSet>
      <dgm:spPr/>
    </dgm:pt>
    <dgm:pt modelId="{88ACB28E-F28F-45FF-B191-96B26AF6C920}" type="pres">
      <dgm:prSet presAssocID="{6FF2EBD8-84C9-4DCB-9F42-BE47A2DBA9E4}" presName="FourNodes_4" presStyleLbl="node1" presStyleIdx="3" presStyleCnt="4">
        <dgm:presLayoutVars>
          <dgm:bulletEnabled val="1"/>
        </dgm:presLayoutVars>
      </dgm:prSet>
      <dgm:spPr/>
    </dgm:pt>
    <dgm:pt modelId="{3457AA26-7186-4BC5-B92B-99905B292D79}" type="pres">
      <dgm:prSet presAssocID="{6FF2EBD8-84C9-4DCB-9F42-BE47A2DBA9E4}" presName="FourConn_1-2" presStyleLbl="fgAccFollowNode1" presStyleIdx="0" presStyleCnt="3">
        <dgm:presLayoutVars>
          <dgm:bulletEnabled val="1"/>
        </dgm:presLayoutVars>
      </dgm:prSet>
      <dgm:spPr/>
    </dgm:pt>
    <dgm:pt modelId="{AFF8E2FB-D58E-4512-97B7-2788F854CB15}" type="pres">
      <dgm:prSet presAssocID="{6FF2EBD8-84C9-4DCB-9F42-BE47A2DBA9E4}" presName="FourConn_2-3" presStyleLbl="fgAccFollowNode1" presStyleIdx="1" presStyleCnt="3">
        <dgm:presLayoutVars>
          <dgm:bulletEnabled val="1"/>
        </dgm:presLayoutVars>
      </dgm:prSet>
      <dgm:spPr/>
    </dgm:pt>
    <dgm:pt modelId="{88968D51-6813-4084-A5E2-C60C206F23A7}" type="pres">
      <dgm:prSet presAssocID="{6FF2EBD8-84C9-4DCB-9F42-BE47A2DBA9E4}" presName="FourConn_3-4" presStyleLbl="fgAccFollowNode1" presStyleIdx="2" presStyleCnt="3">
        <dgm:presLayoutVars>
          <dgm:bulletEnabled val="1"/>
        </dgm:presLayoutVars>
      </dgm:prSet>
      <dgm:spPr/>
    </dgm:pt>
    <dgm:pt modelId="{632BB6EF-EC72-4517-9582-BAA5BDEE0E25}" type="pres">
      <dgm:prSet presAssocID="{6FF2EBD8-84C9-4DCB-9F42-BE47A2DBA9E4}" presName="FourNodes_1_text" presStyleLbl="node1" presStyleIdx="3" presStyleCnt="4">
        <dgm:presLayoutVars>
          <dgm:bulletEnabled val="1"/>
        </dgm:presLayoutVars>
      </dgm:prSet>
      <dgm:spPr/>
    </dgm:pt>
    <dgm:pt modelId="{349665AE-CE56-487A-94DA-C1315DEECDFB}" type="pres">
      <dgm:prSet presAssocID="{6FF2EBD8-84C9-4DCB-9F42-BE47A2DBA9E4}" presName="FourNodes_2_text" presStyleLbl="node1" presStyleIdx="3" presStyleCnt="4">
        <dgm:presLayoutVars>
          <dgm:bulletEnabled val="1"/>
        </dgm:presLayoutVars>
      </dgm:prSet>
      <dgm:spPr/>
    </dgm:pt>
    <dgm:pt modelId="{28EAF70C-9367-47A3-AB96-02DE3642696E}" type="pres">
      <dgm:prSet presAssocID="{6FF2EBD8-84C9-4DCB-9F42-BE47A2DBA9E4}" presName="FourNodes_3_text" presStyleLbl="node1" presStyleIdx="3" presStyleCnt="4">
        <dgm:presLayoutVars>
          <dgm:bulletEnabled val="1"/>
        </dgm:presLayoutVars>
      </dgm:prSet>
      <dgm:spPr/>
    </dgm:pt>
    <dgm:pt modelId="{94B44E7E-03BA-4A96-92B2-5A9AB7A6AE35}" type="pres">
      <dgm:prSet presAssocID="{6FF2EBD8-84C9-4DCB-9F42-BE47A2DBA9E4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1732FE0D-D950-4DE9-A473-132542870420}" type="presOf" srcId="{AB024BDF-0D2F-426D-851B-34AA6188074E}" destId="{CF958B1C-82BA-4D9E-B3B0-90B0BFE39210}" srcOrd="0" destOrd="0" presId="urn:microsoft.com/office/officeart/2005/8/layout/vProcess5"/>
    <dgm:cxn modelId="{CEC77B0E-7BD0-4778-9A66-0F6C5CF84013}" srcId="{6FF2EBD8-84C9-4DCB-9F42-BE47A2DBA9E4}" destId="{CC94680C-8CD6-4ED4-8D11-6730ECBF8FC9}" srcOrd="0" destOrd="0" parTransId="{891BC1B5-B154-4CD6-91A4-6721369AC877}" sibTransId="{7296A093-96AE-40BF-83B5-21B0E91D7B30}"/>
    <dgm:cxn modelId="{66D26B2E-CBE1-4CA5-979B-7A80F49FC526}" type="presOf" srcId="{5DCF876E-6FF9-45C7-A8F3-C4D2A7A13703}" destId="{94B44E7E-03BA-4A96-92B2-5A9AB7A6AE35}" srcOrd="1" destOrd="0" presId="urn:microsoft.com/office/officeart/2005/8/layout/vProcess5"/>
    <dgm:cxn modelId="{55C9DD56-BD34-4552-AC53-B7D62F20E821}" type="presOf" srcId="{C0AB11C4-76E7-4334-95D4-283FDCDAA425}" destId="{88968D51-6813-4084-A5E2-C60C206F23A7}" srcOrd="0" destOrd="0" presId="urn:microsoft.com/office/officeart/2005/8/layout/vProcess5"/>
    <dgm:cxn modelId="{4C09827C-1DD7-452E-B288-70F89F1B07A6}" srcId="{6FF2EBD8-84C9-4DCB-9F42-BE47A2DBA9E4}" destId="{10624250-CE85-4CB4-8734-A3584673EFC9}" srcOrd="1" destOrd="0" parTransId="{FC2D51DC-924F-41EB-B058-CC292CF9B946}" sibTransId="{FB96B599-37F2-4F18-8C5D-90B31E6A0CBE}"/>
    <dgm:cxn modelId="{957D2690-D4DA-4866-8F87-99130261F036}" type="presOf" srcId="{5DCF876E-6FF9-45C7-A8F3-C4D2A7A13703}" destId="{88ACB28E-F28F-45FF-B191-96B26AF6C920}" srcOrd="0" destOrd="0" presId="urn:microsoft.com/office/officeart/2005/8/layout/vProcess5"/>
    <dgm:cxn modelId="{6FC12391-9F3B-489D-B78D-2A19B8DD82EE}" type="presOf" srcId="{7296A093-96AE-40BF-83B5-21B0E91D7B30}" destId="{3457AA26-7186-4BC5-B92B-99905B292D79}" srcOrd="0" destOrd="0" presId="urn:microsoft.com/office/officeart/2005/8/layout/vProcess5"/>
    <dgm:cxn modelId="{37B4FA95-3702-4D93-8F9E-E922A218E9FE}" type="presOf" srcId="{6FF2EBD8-84C9-4DCB-9F42-BE47A2DBA9E4}" destId="{B7F364EF-2FB6-4AC2-B8EF-AFD823FFB356}" srcOrd="0" destOrd="0" presId="urn:microsoft.com/office/officeart/2005/8/layout/vProcess5"/>
    <dgm:cxn modelId="{2C2D68A1-BA2F-40C0-BBF8-F45EA280CE19}" type="presOf" srcId="{10624250-CE85-4CB4-8734-A3584673EFC9}" destId="{E380F9C8-6976-423E-9303-A421886843AC}" srcOrd="0" destOrd="0" presId="urn:microsoft.com/office/officeart/2005/8/layout/vProcess5"/>
    <dgm:cxn modelId="{B70030A3-87E1-4BED-981D-11B39A7927E5}" type="presOf" srcId="{FB96B599-37F2-4F18-8C5D-90B31E6A0CBE}" destId="{AFF8E2FB-D58E-4512-97B7-2788F854CB15}" srcOrd="0" destOrd="0" presId="urn:microsoft.com/office/officeart/2005/8/layout/vProcess5"/>
    <dgm:cxn modelId="{02D6C4AA-4240-45AF-A8E5-6C75B8E1706B}" srcId="{6FF2EBD8-84C9-4DCB-9F42-BE47A2DBA9E4}" destId="{AB024BDF-0D2F-426D-851B-34AA6188074E}" srcOrd="2" destOrd="0" parTransId="{7FFD98D5-1D1E-46B5-99EF-368D9728D100}" sibTransId="{C0AB11C4-76E7-4334-95D4-283FDCDAA425}"/>
    <dgm:cxn modelId="{4B858EAB-5869-40D3-B606-9D1CE0BBCB4C}" type="presOf" srcId="{AB024BDF-0D2F-426D-851B-34AA6188074E}" destId="{28EAF70C-9367-47A3-AB96-02DE3642696E}" srcOrd="1" destOrd="0" presId="urn:microsoft.com/office/officeart/2005/8/layout/vProcess5"/>
    <dgm:cxn modelId="{32F822DE-A025-46B6-9510-E4D8B69EE621}" srcId="{6FF2EBD8-84C9-4DCB-9F42-BE47A2DBA9E4}" destId="{5DCF876E-6FF9-45C7-A8F3-C4D2A7A13703}" srcOrd="3" destOrd="0" parTransId="{9D98AF0E-852C-4D6F-82BA-2239AF04D47A}" sibTransId="{36CDF424-F21E-442F-B6A1-D62A53AFAEBC}"/>
    <dgm:cxn modelId="{06380BE3-7D9C-4BC7-AB84-0167CF278B11}" type="presOf" srcId="{CC94680C-8CD6-4ED4-8D11-6730ECBF8FC9}" destId="{78FD50FD-CB1C-470C-A2DF-2E1D57405BD4}" srcOrd="0" destOrd="0" presId="urn:microsoft.com/office/officeart/2005/8/layout/vProcess5"/>
    <dgm:cxn modelId="{815D2DE9-BECA-4B6D-9DD6-7DC4B239D607}" type="presOf" srcId="{10624250-CE85-4CB4-8734-A3584673EFC9}" destId="{349665AE-CE56-487A-94DA-C1315DEECDFB}" srcOrd="1" destOrd="0" presId="urn:microsoft.com/office/officeart/2005/8/layout/vProcess5"/>
    <dgm:cxn modelId="{1E52F5F4-0CAB-4319-8387-FF4E6B1CCCC8}" type="presOf" srcId="{CC94680C-8CD6-4ED4-8D11-6730ECBF8FC9}" destId="{632BB6EF-EC72-4517-9582-BAA5BDEE0E25}" srcOrd="1" destOrd="0" presId="urn:microsoft.com/office/officeart/2005/8/layout/vProcess5"/>
    <dgm:cxn modelId="{8B4CF2DB-7EB6-4751-A760-4E9FC7F0EA97}" type="presParOf" srcId="{B7F364EF-2FB6-4AC2-B8EF-AFD823FFB356}" destId="{97D9080C-7758-47A6-9AB7-FCB6CC386E3A}" srcOrd="0" destOrd="0" presId="urn:microsoft.com/office/officeart/2005/8/layout/vProcess5"/>
    <dgm:cxn modelId="{E06AA0E9-B815-4655-8E6F-272B0F243FFB}" type="presParOf" srcId="{B7F364EF-2FB6-4AC2-B8EF-AFD823FFB356}" destId="{78FD50FD-CB1C-470C-A2DF-2E1D57405BD4}" srcOrd="1" destOrd="0" presId="urn:microsoft.com/office/officeart/2005/8/layout/vProcess5"/>
    <dgm:cxn modelId="{308ADDEA-C27A-4955-A300-319C3EBA76F9}" type="presParOf" srcId="{B7F364EF-2FB6-4AC2-B8EF-AFD823FFB356}" destId="{E380F9C8-6976-423E-9303-A421886843AC}" srcOrd="2" destOrd="0" presId="urn:microsoft.com/office/officeart/2005/8/layout/vProcess5"/>
    <dgm:cxn modelId="{5803098A-080C-48C1-82B6-E4053A20BCB9}" type="presParOf" srcId="{B7F364EF-2FB6-4AC2-B8EF-AFD823FFB356}" destId="{CF958B1C-82BA-4D9E-B3B0-90B0BFE39210}" srcOrd="3" destOrd="0" presId="urn:microsoft.com/office/officeart/2005/8/layout/vProcess5"/>
    <dgm:cxn modelId="{D9D474D3-F1FC-450F-A790-90CC8B2A02DE}" type="presParOf" srcId="{B7F364EF-2FB6-4AC2-B8EF-AFD823FFB356}" destId="{88ACB28E-F28F-45FF-B191-96B26AF6C920}" srcOrd="4" destOrd="0" presId="urn:microsoft.com/office/officeart/2005/8/layout/vProcess5"/>
    <dgm:cxn modelId="{F7607841-CFC8-492C-BBFF-8BAF0406027C}" type="presParOf" srcId="{B7F364EF-2FB6-4AC2-B8EF-AFD823FFB356}" destId="{3457AA26-7186-4BC5-B92B-99905B292D79}" srcOrd="5" destOrd="0" presId="urn:microsoft.com/office/officeart/2005/8/layout/vProcess5"/>
    <dgm:cxn modelId="{11479C10-9E9C-423E-91C9-5ED60171076E}" type="presParOf" srcId="{B7F364EF-2FB6-4AC2-B8EF-AFD823FFB356}" destId="{AFF8E2FB-D58E-4512-97B7-2788F854CB15}" srcOrd="6" destOrd="0" presId="urn:microsoft.com/office/officeart/2005/8/layout/vProcess5"/>
    <dgm:cxn modelId="{8A189D18-ACB8-401D-B190-F9509E1EBA05}" type="presParOf" srcId="{B7F364EF-2FB6-4AC2-B8EF-AFD823FFB356}" destId="{88968D51-6813-4084-A5E2-C60C206F23A7}" srcOrd="7" destOrd="0" presId="urn:microsoft.com/office/officeart/2005/8/layout/vProcess5"/>
    <dgm:cxn modelId="{713D67CA-1312-4FB5-AB08-9FA9B394C1DE}" type="presParOf" srcId="{B7F364EF-2FB6-4AC2-B8EF-AFD823FFB356}" destId="{632BB6EF-EC72-4517-9582-BAA5BDEE0E25}" srcOrd="8" destOrd="0" presId="urn:microsoft.com/office/officeart/2005/8/layout/vProcess5"/>
    <dgm:cxn modelId="{2F3C2EB5-552A-4DE4-B89C-4F511AB86A41}" type="presParOf" srcId="{B7F364EF-2FB6-4AC2-B8EF-AFD823FFB356}" destId="{349665AE-CE56-487A-94DA-C1315DEECDFB}" srcOrd="9" destOrd="0" presId="urn:microsoft.com/office/officeart/2005/8/layout/vProcess5"/>
    <dgm:cxn modelId="{47AE4A65-5772-4228-86DD-7E930697223E}" type="presParOf" srcId="{B7F364EF-2FB6-4AC2-B8EF-AFD823FFB356}" destId="{28EAF70C-9367-47A3-AB96-02DE3642696E}" srcOrd="10" destOrd="0" presId="urn:microsoft.com/office/officeart/2005/8/layout/vProcess5"/>
    <dgm:cxn modelId="{3F6ED4ED-78AB-41DF-9E83-7AAE8607DECA}" type="presParOf" srcId="{B7F364EF-2FB6-4AC2-B8EF-AFD823FFB356}" destId="{94B44E7E-03BA-4A96-92B2-5A9AB7A6AE35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EE05698-5B87-4E64-906E-166576498E05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E16C09DB-DC61-48C8-8446-DE4091374984}">
      <dgm:prSet/>
      <dgm:spPr/>
      <dgm:t>
        <a:bodyPr/>
        <a:lstStyle/>
        <a:p>
          <a:r>
            <a:rPr lang="es-MX"/>
            <a:t>Marco de controles de seguridad</a:t>
          </a:r>
          <a:endParaRPr lang="en-US"/>
        </a:p>
      </dgm:t>
    </dgm:pt>
    <dgm:pt modelId="{2082CA50-764F-40BA-917F-4BAB68DA1212}" type="parTrans" cxnId="{A3779AC3-A1C3-41C1-891B-6A389558F0FC}">
      <dgm:prSet/>
      <dgm:spPr/>
      <dgm:t>
        <a:bodyPr/>
        <a:lstStyle/>
        <a:p>
          <a:endParaRPr lang="en-US"/>
        </a:p>
      </dgm:t>
    </dgm:pt>
    <dgm:pt modelId="{548AF84B-6628-4CA8-BDE7-90001ACF8B3C}" type="sibTrans" cxnId="{A3779AC3-A1C3-41C1-891B-6A389558F0FC}">
      <dgm:prSet/>
      <dgm:spPr/>
      <dgm:t>
        <a:bodyPr/>
        <a:lstStyle/>
        <a:p>
          <a:endParaRPr lang="en-US"/>
        </a:p>
      </dgm:t>
    </dgm:pt>
    <dgm:pt modelId="{43E1E971-39F1-44FF-B15D-DCC6C32BA77D}">
      <dgm:prSet/>
      <dgm:spPr/>
      <dgm:t>
        <a:bodyPr/>
        <a:lstStyle/>
        <a:p>
          <a:r>
            <a:rPr lang="es-MX"/>
            <a:t>Recomendaciones claras para implementar los requisitos de la ISO 27001</a:t>
          </a:r>
          <a:endParaRPr lang="en-US"/>
        </a:p>
      </dgm:t>
    </dgm:pt>
    <dgm:pt modelId="{F2BDC57A-D983-469D-9B4A-FDAEFE793488}" type="parTrans" cxnId="{3DCF0F3E-4D73-4D80-99E1-089C2D4FB394}">
      <dgm:prSet/>
      <dgm:spPr/>
      <dgm:t>
        <a:bodyPr/>
        <a:lstStyle/>
        <a:p>
          <a:endParaRPr lang="en-US"/>
        </a:p>
      </dgm:t>
    </dgm:pt>
    <dgm:pt modelId="{F366B2ED-FF0A-42D5-818E-4E1FAFC3EB17}" type="sibTrans" cxnId="{3DCF0F3E-4D73-4D80-99E1-089C2D4FB394}">
      <dgm:prSet/>
      <dgm:spPr/>
      <dgm:t>
        <a:bodyPr/>
        <a:lstStyle/>
        <a:p>
          <a:endParaRPr lang="en-US"/>
        </a:p>
      </dgm:t>
    </dgm:pt>
    <dgm:pt modelId="{4181E46F-2FFE-4FCC-AC80-1A40308C2AF1}">
      <dgm:prSet/>
      <dgm:spPr/>
      <dgm:t>
        <a:bodyPr/>
        <a:lstStyle/>
        <a:p>
          <a:r>
            <a:rPr lang="es-MX"/>
            <a:t>Útil como guía técnica y operativa</a:t>
          </a:r>
          <a:endParaRPr lang="en-US"/>
        </a:p>
      </dgm:t>
    </dgm:pt>
    <dgm:pt modelId="{29D76442-CE8A-415E-8C75-089E5CEB17AE}" type="parTrans" cxnId="{4D455BE3-F042-419A-A2EE-E22963D4BAD5}">
      <dgm:prSet/>
      <dgm:spPr/>
      <dgm:t>
        <a:bodyPr/>
        <a:lstStyle/>
        <a:p>
          <a:endParaRPr lang="en-US"/>
        </a:p>
      </dgm:t>
    </dgm:pt>
    <dgm:pt modelId="{28B5F331-85A3-4C02-B490-7867E0915DFD}" type="sibTrans" cxnId="{4D455BE3-F042-419A-A2EE-E22963D4BAD5}">
      <dgm:prSet/>
      <dgm:spPr/>
      <dgm:t>
        <a:bodyPr/>
        <a:lstStyle/>
        <a:p>
          <a:endParaRPr lang="en-US"/>
        </a:p>
      </dgm:t>
    </dgm:pt>
    <dgm:pt modelId="{7700C701-75B3-4EC6-96B6-AD7B04BBA0CC}" type="pres">
      <dgm:prSet presAssocID="{CEE05698-5B87-4E64-906E-166576498E05}" presName="root" presStyleCnt="0">
        <dgm:presLayoutVars>
          <dgm:dir/>
          <dgm:resizeHandles val="exact"/>
        </dgm:presLayoutVars>
      </dgm:prSet>
      <dgm:spPr/>
    </dgm:pt>
    <dgm:pt modelId="{C0BF7E89-2E51-49AC-B9D6-CFBEFEB77BAC}" type="pres">
      <dgm:prSet presAssocID="{E16C09DB-DC61-48C8-8446-DE4091374984}" presName="compNode" presStyleCnt="0"/>
      <dgm:spPr/>
    </dgm:pt>
    <dgm:pt modelId="{9CCC9647-82FC-4EA6-A523-DF877A9F502B}" type="pres">
      <dgm:prSet presAssocID="{E16C09DB-DC61-48C8-8446-DE409137498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43519624-C54D-453F-96E7-2512D2950E14}" type="pres">
      <dgm:prSet presAssocID="{E16C09DB-DC61-48C8-8446-DE4091374984}" presName="spaceRect" presStyleCnt="0"/>
      <dgm:spPr/>
    </dgm:pt>
    <dgm:pt modelId="{F897BB41-1ECA-4E91-8D91-61F1C5A28CF5}" type="pres">
      <dgm:prSet presAssocID="{E16C09DB-DC61-48C8-8446-DE4091374984}" presName="textRect" presStyleLbl="revTx" presStyleIdx="0" presStyleCnt="3">
        <dgm:presLayoutVars>
          <dgm:chMax val="1"/>
          <dgm:chPref val="1"/>
        </dgm:presLayoutVars>
      </dgm:prSet>
      <dgm:spPr/>
    </dgm:pt>
    <dgm:pt modelId="{651F74F6-CF5D-4C4A-944E-781B55BE6B0C}" type="pres">
      <dgm:prSet presAssocID="{548AF84B-6628-4CA8-BDE7-90001ACF8B3C}" presName="sibTrans" presStyleCnt="0"/>
      <dgm:spPr/>
    </dgm:pt>
    <dgm:pt modelId="{5EAE4D3F-51F1-495F-8596-FD800CE48DC7}" type="pres">
      <dgm:prSet presAssocID="{43E1E971-39F1-44FF-B15D-DCC6C32BA77D}" presName="compNode" presStyleCnt="0"/>
      <dgm:spPr/>
    </dgm:pt>
    <dgm:pt modelId="{1F4CCEBD-81DB-40B9-94F2-6C0274736AF3}" type="pres">
      <dgm:prSet presAssocID="{43E1E971-39F1-44FF-B15D-DCC6C32BA77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ation with Checklist"/>
        </a:ext>
      </dgm:extLst>
    </dgm:pt>
    <dgm:pt modelId="{99BCD885-844B-4C26-842B-A6139F5077F0}" type="pres">
      <dgm:prSet presAssocID="{43E1E971-39F1-44FF-B15D-DCC6C32BA77D}" presName="spaceRect" presStyleCnt="0"/>
      <dgm:spPr/>
    </dgm:pt>
    <dgm:pt modelId="{4D4EC8C6-1C53-423B-B3D6-C353B0E7D9D6}" type="pres">
      <dgm:prSet presAssocID="{43E1E971-39F1-44FF-B15D-DCC6C32BA77D}" presName="textRect" presStyleLbl="revTx" presStyleIdx="1" presStyleCnt="3">
        <dgm:presLayoutVars>
          <dgm:chMax val="1"/>
          <dgm:chPref val="1"/>
        </dgm:presLayoutVars>
      </dgm:prSet>
      <dgm:spPr/>
    </dgm:pt>
    <dgm:pt modelId="{F41B7962-2876-46E0-A8CA-5AF83F644F13}" type="pres">
      <dgm:prSet presAssocID="{F366B2ED-FF0A-42D5-818E-4E1FAFC3EB17}" presName="sibTrans" presStyleCnt="0"/>
      <dgm:spPr/>
    </dgm:pt>
    <dgm:pt modelId="{AEDF7B73-FD85-4706-8ECC-71B317B0CABF}" type="pres">
      <dgm:prSet presAssocID="{4181E46F-2FFE-4FCC-AC80-1A40308C2AF1}" presName="compNode" presStyleCnt="0"/>
      <dgm:spPr/>
    </dgm:pt>
    <dgm:pt modelId="{4639D02A-E9EC-4E56-A6F7-D2097B63189D}" type="pres">
      <dgm:prSet presAssocID="{4181E46F-2FFE-4FCC-AC80-1A40308C2AF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rramientas"/>
        </a:ext>
      </dgm:extLst>
    </dgm:pt>
    <dgm:pt modelId="{44E02A92-7D24-447F-B29D-D0B9FF51961F}" type="pres">
      <dgm:prSet presAssocID="{4181E46F-2FFE-4FCC-AC80-1A40308C2AF1}" presName="spaceRect" presStyleCnt="0"/>
      <dgm:spPr/>
    </dgm:pt>
    <dgm:pt modelId="{A3188513-44A4-48E7-9A21-08026B708316}" type="pres">
      <dgm:prSet presAssocID="{4181E46F-2FFE-4FCC-AC80-1A40308C2AF1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9D9CC2C-FE54-40A7-9ADC-6CBD252E614B}" type="presOf" srcId="{4181E46F-2FFE-4FCC-AC80-1A40308C2AF1}" destId="{A3188513-44A4-48E7-9A21-08026B708316}" srcOrd="0" destOrd="0" presId="urn:microsoft.com/office/officeart/2018/2/layout/IconLabelList"/>
    <dgm:cxn modelId="{3DCF0F3E-4D73-4D80-99E1-089C2D4FB394}" srcId="{CEE05698-5B87-4E64-906E-166576498E05}" destId="{43E1E971-39F1-44FF-B15D-DCC6C32BA77D}" srcOrd="1" destOrd="0" parTransId="{F2BDC57A-D983-469D-9B4A-FDAEFE793488}" sibTransId="{F366B2ED-FF0A-42D5-818E-4E1FAFC3EB17}"/>
    <dgm:cxn modelId="{157ED774-CAB8-476B-95B5-049221ABB3EB}" type="presOf" srcId="{CEE05698-5B87-4E64-906E-166576498E05}" destId="{7700C701-75B3-4EC6-96B6-AD7B04BBA0CC}" srcOrd="0" destOrd="0" presId="urn:microsoft.com/office/officeart/2018/2/layout/IconLabelList"/>
    <dgm:cxn modelId="{AA319D75-3DAB-4434-BD0F-530D78B13282}" type="presOf" srcId="{43E1E971-39F1-44FF-B15D-DCC6C32BA77D}" destId="{4D4EC8C6-1C53-423B-B3D6-C353B0E7D9D6}" srcOrd="0" destOrd="0" presId="urn:microsoft.com/office/officeart/2018/2/layout/IconLabelList"/>
    <dgm:cxn modelId="{8E17C356-023C-4ECE-AD2B-8BF09CD1A969}" type="presOf" srcId="{E16C09DB-DC61-48C8-8446-DE4091374984}" destId="{F897BB41-1ECA-4E91-8D91-61F1C5A28CF5}" srcOrd="0" destOrd="0" presId="urn:microsoft.com/office/officeart/2018/2/layout/IconLabelList"/>
    <dgm:cxn modelId="{A3779AC3-A1C3-41C1-891B-6A389558F0FC}" srcId="{CEE05698-5B87-4E64-906E-166576498E05}" destId="{E16C09DB-DC61-48C8-8446-DE4091374984}" srcOrd="0" destOrd="0" parTransId="{2082CA50-764F-40BA-917F-4BAB68DA1212}" sibTransId="{548AF84B-6628-4CA8-BDE7-90001ACF8B3C}"/>
    <dgm:cxn modelId="{4D455BE3-F042-419A-A2EE-E22963D4BAD5}" srcId="{CEE05698-5B87-4E64-906E-166576498E05}" destId="{4181E46F-2FFE-4FCC-AC80-1A40308C2AF1}" srcOrd="2" destOrd="0" parTransId="{29D76442-CE8A-415E-8C75-089E5CEB17AE}" sibTransId="{28B5F331-85A3-4C02-B490-7867E0915DFD}"/>
    <dgm:cxn modelId="{147B0147-6B1C-48C2-8928-68E252B9AA9D}" type="presParOf" srcId="{7700C701-75B3-4EC6-96B6-AD7B04BBA0CC}" destId="{C0BF7E89-2E51-49AC-B9D6-CFBEFEB77BAC}" srcOrd="0" destOrd="0" presId="urn:microsoft.com/office/officeart/2018/2/layout/IconLabelList"/>
    <dgm:cxn modelId="{8A2CD69F-2E8E-439D-B00C-4C8D7B6A78B0}" type="presParOf" srcId="{C0BF7E89-2E51-49AC-B9D6-CFBEFEB77BAC}" destId="{9CCC9647-82FC-4EA6-A523-DF877A9F502B}" srcOrd="0" destOrd="0" presId="urn:microsoft.com/office/officeart/2018/2/layout/IconLabelList"/>
    <dgm:cxn modelId="{730B8E3C-F8BC-4A29-A7F9-3E86DD4ED23F}" type="presParOf" srcId="{C0BF7E89-2E51-49AC-B9D6-CFBEFEB77BAC}" destId="{43519624-C54D-453F-96E7-2512D2950E14}" srcOrd="1" destOrd="0" presId="urn:microsoft.com/office/officeart/2018/2/layout/IconLabelList"/>
    <dgm:cxn modelId="{45344EF8-93D8-43F5-917B-7D1B65DABAD9}" type="presParOf" srcId="{C0BF7E89-2E51-49AC-B9D6-CFBEFEB77BAC}" destId="{F897BB41-1ECA-4E91-8D91-61F1C5A28CF5}" srcOrd="2" destOrd="0" presId="urn:microsoft.com/office/officeart/2018/2/layout/IconLabelList"/>
    <dgm:cxn modelId="{0789E0C8-A5B5-4486-BDC3-5C9F6E462C31}" type="presParOf" srcId="{7700C701-75B3-4EC6-96B6-AD7B04BBA0CC}" destId="{651F74F6-CF5D-4C4A-944E-781B55BE6B0C}" srcOrd="1" destOrd="0" presId="urn:microsoft.com/office/officeart/2018/2/layout/IconLabelList"/>
    <dgm:cxn modelId="{A06235D7-EBC4-4219-9567-F6DD3BF00E1B}" type="presParOf" srcId="{7700C701-75B3-4EC6-96B6-AD7B04BBA0CC}" destId="{5EAE4D3F-51F1-495F-8596-FD800CE48DC7}" srcOrd="2" destOrd="0" presId="urn:microsoft.com/office/officeart/2018/2/layout/IconLabelList"/>
    <dgm:cxn modelId="{35DBD62E-D7CA-4AD6-B7B8-21DAA1D568D4}" type="presParOf" srcId="{5EAE4D3F-51F1-495F-8596-FD800CE48DC7}" destId="{1F4CCEBD-81DB-40B9-94F2-6C0274736AF3}" srcOrd="0" destOrd="0" presId="urn:microsoft.com/office/officeart/2018/2/layout/IconLabelList"/>
    <dgm:cxn modelId="{4AD88B49-72F1-4670-9305-D558FA942748}" type="presParOf" srcId="{5EAE4D3F-51F1-495F-8596-FD800CE48DC7}" destId="{99BCD885-844B-4C26-842B-A6139F5077F0}" srcOrd="1" destOrd="0" presId="urn:microsoft.com/office/officeart/2018/2/layout/IconLabelList"/>
    <dgm:cxn modelId="{8BB59CB9-012E-4FDF-8A9F-09BF58FDEF58}" type="presParOf" srcId="{5EAE4D3F-51F1-495F-8596-FD800CE48DC7}" destId="{4D4EC8C6-1C53-423B-B3D6-C353B0E7D9D6}" srcOrd="2" destOrd="0" presId="urn:microsoft.com/office/officeart/2018/2/layout/IconLabelList"/>
    <dgm:cxn modelId="{9A02FEB6-DBD9-4D1B-8D6B-343A42C40495}" type="presParOf" srcId="{7700C701-75B3-4EC6-96B6-AD7B04BBA0CC}" destId="{F41B7962-2876-46E0-A8CA-5AF83F644F13}" srcOrd="3" destOrd="0" presId="urn:microsoft.com/office/officeart/2018/2/layout/IconLabelList"/>
    <dgm:cxn modelId="{E3B0B810-3D02-4B4E-9A5D-2D0060F24B11}" type="presParOf" srcId="{7700C701-75B3-4EC6-96B6-AD7B04BBA0CC}" destId="{AEDF7B73-FD85-4706-8ECC-71B317B0CABF}" srcOrd="4" destOrd="0" presId="urn:microsoft.com/office/officeart/2018/2/layout/IconLabelList"/>
    <dgm:cxn modelId="{9C8D812E-A6CD-45AB-973F-C6EED838832E}" type="presParOf" srcId="{AEDF7B73-FD85-4706-8ECC-71B317B0CABF}" destId="{4639D02A-E9EC-4E56-A6F7-D2097B63189D}" srcOrd="0" destOrd="0" presId="urn:microsoft.com/office/officeart/2018/2/layout/IconLabelList"/>
    <dgm:cxn modelId="{C2708B6D-B7BD-41FC-A508-9844EBBC8FC9}" type="presParOf" srcId="{AEDF7B73-FD85-4706-8ECC-71B317B0CABF}" destId="{44E02A92-7D24-447F-B29D-D0B9FF51961F}" srcOrd="1" destOrd="0" presId="urn:microsoft.com/office/officeart/2018/2/layout/IconLabelList"/>
    <dgm:cxn modelId="{0BC01019-8DED-4177-BDBF-7137FD77FBD5}" type="presParOf" srcId="{AEDF7B73-FD85-4706-8ECC-71B317B0CABF}" destId="{A3188513-44A4-48E7-9A21-08026B70831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C2C3A4A-E9F5-471B-9EB2-1FFEAB9176C6}" type="doc">
      <dgm:prSet loTypeId="urn:microsoft.com/office/officeart/2005/8/layout/cycle8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3374E5C-24EE-42F6-90A1-B99212B9EB40}">
      <dgm:prSet/>
      <dgm:spPr/>
      <dgm:t>
        <a:bodyPr/>
        <a:lstStyle/>
        <a:p>
          <a:r>
            <a:rPr lang="es-CR"/>
            <a:t>Alcance y Aplicabilidad</a:t>
          </a:r>
          <a:endParaRPr lang="en-US"/>
        </a:p>
      </dgm:t>
    </dgm:pt>
    <dgm:pt modelId="{00A659FB-BD9C-4EBA-A757-26C655C78277}" type="parTrans" cxnId="{999C2F56-E969-420F-B7E5-86278F9BCA17}">
      <dgm:prSet/>
      <dgm:spPr/>
      <dgm:t>
        <a:bodyPr/>
        <a:lstStyle/>
        <a:p>
          <a:endParaRPr lang="en-US"/>
        </a:p>
      </dgm:t>
    </dgm:pt>
    <dgm:pt modelId="{D99F1AE9-E904-4790-ADAA-7348CA87F657}" type="sibTrans" cxnId="{999C2F56-E969-420F-B7E5-86278F9BCA17}">
      <dgm:prSet/>
      <dgm:spPr/>
      <dgm:t>
        <a:bodyPr/>
        <a:lstStyle/>
        <a:p>
          <a:endParaRPr lang="en-US"/>
        </a:p>
      </dgm:t>
    </dgm:pt>
    <dgm:pt modelId="{9418398D-DF8A-42B6-9553-B9597C6A8530}">
      <dgm:prSet/>
      <dgm:spPr/>
      <dgm:t>
        <a:bodyPr/>
        <a:lstStyle/>
        <a:p>
          <a:r>
            <a:rPr lang="es-CR"/>
            <a:t>Beneficios de la Implementación</a:t>
          </a:r>
          <a:endParaRPr lang="en-US"/>
        </a:p>
      </dgm:t>
    </dgm:pt>
    <dgm:pt modelId="{3C7C3E80-4101-4323-9DD5-AB622C3B8324}" type="parTrans" cxnId="{E12F8A7A-812A-4092-A99A-A8ECCECC71A0}">
      <dgm:prSet/>
      <dgm:spPr/>
      <dgm:t>
        <a:bodyPr/>
        <a:lstStyle/>
        <a:p>
          <a:endParaRPr lang="en-US"/>
        </a:p>
      </dgm:t>
    </dgm:pt>
    <dgm:pt modelId="{B0237CAD-D9E7-4A7B-84B5-B164BDE07E7B}" type="sibTrans" cxnId="{E12F8A7A-812A-4092-A99A-A8ECCECC71A0}">
      <dgm:prSet/>
      <dgm:spPr/>
      <dgm:t>
        <a:bodyPr/>
        <a:lstStyle/>
        <a:p>
          <a:endParaRPr lang="en-US"/>
        </a:p>
      </dgm:t>
    </dgm:pt>
    <dgm:pt modelId="{4C53A5D9-E5E1-48F6-8491-5EE7E2490536}">
      <dgm:prSet/>
      <dgm:spPr/>
      <dgm:t>
        <a:bodyPr/>
        <a:lstStyle/>
        <a:p>
          <a:r>
            <a:rPr lang="es-CR"/>
            <a:t>Proceso de Implementación</a:t>
          </a:r>
          <a:endParaRPr lang="en-US"/>
        </a:p>
      </dgm:t>
    </dgm:pt>
    <dgm:pt modelId="{7B947A5E-E271-4BB9-8677-31A4018B0BCE}" type="parTrans" cxnId="{80B940CA-B0A2-4D93-B18E-B9261852FB98}">
      <dgm:prSet/>
      <dgm:spPr/>
      <dgm:t>
        <a:bodyPr/>
        <a:lstStyle/>
        <a:p>
          <a:endParaRPr lang="en-US"/>
        </a:p>
      </dgm:t>
    </dgm:pt>
    <dgm:pt modelId="{E4719F30-A371-4D3E-A4A8-907B7C324F9E}" type="sibTrans" cxnId="{80B940CA-B0A2-4D93-B18E-B9261852FB98}">
      <dgm:prSet/>
      <dgm:spPr/>
      <dgm:t>
        <a:bodyPr/>
        <a:lstStyle/>
        <a:p>
          <a:endParaRPr lang="en-US"/>
        </a:p>
      </dgm:t>
    </dgm:pt>
    <dgm:pt modelId="{52329C25-2BE7-4CC0-BC33-527A22C12E3C}">
      <dgm:prSet/>
      <dgm:spPr/>
      <dgm:t>
        <a:bodyPr/>
        <a:lstStyle/>
        <a:p>
          <a:r>
            <a:rPr lang="es-CR"/>
            <a:t>Certificación y Auditoría</a:t>
          </a:r>
          <a:endParaRPr lang="en-US"/>
        </a:p>
      </dgm:t>
    </dgm:pt>
    <dgm:pt modelId="{C498F9A6-C1BA-4C7D-BF6C-6E4E9D52085F}" type="parTrans" cxnId="{E0566698-7A64-4645-85E7-15DBF4ED9DFA}">
      <dgm:prSet/>
      <dgm:spPr/>
      <dgm:t>
        <a:bodyPr/>
        <a:lstStyle/>
        <a:p>
          <a:endParaRPr lang="en-US"/>
        </a:p>
      </dgm:t>
    </dgm:pt>
    <dgm:pt modelId="{0CEBF34E-CE9C-4072-9498-4DCE0909FA3F}" type="sibTrans" cxnId="{E0566698-7A64-4645-85E7-15DBF4ED9DFA}">
      <dgm:prSet/>
      <dgm:spPr/>
      <dgm:t>
        <a:bodyPr/>
        <a:lstStyle/>
        <a:p>
          <a:endParaRPr lang="en-US"/>
        </a:p>
      </dgm:t>
    </dgm:pt>
    <dgm:pt modelId="{483DB563-C0EB-4CBD-8959-8565E97FA956}">
      <dgm:prSet/>
      <dgm:spPr/>
      <dgm:t>
        <a:bodyPr/>
        <a:lstStyle/>
        <a:p>
          <a:r>
            <a:rPr lang="es-CR"/>
            <a:t>Relación con Otros Estándares</a:t>
          </a:r>
          <a:endParaRPr lang="en-US"/>
        </a:p>
      </dgm:t>
    </dgm:pt>
    <dgm:pt modelId="{C20AEE0D-61E7-42CF-AEC8-50B594A1793F}" type="parTrans" cxnId="{EB574448-B102-4B50-8E28-0A528788B59A}">
      <dgm:prSet/>
      <dgm:spPr/>
      <dgm:t>
        <a:bodyPr/>
        <a:lstStyle/>
        <a:p>
          <a:endParaRPr lang="en-US"/>
        </a:p>
      </dgm:t>
    </dgm:pt>
    <dgm:pt modelId="{8495523F-D8A4-41D7-A0AD-54EA8106E3B5}" type="sibTrans" cxnId="{EB574448-B102-4B50-8E28-0A528788B59A}">
      <dgm:prSet/>
      <dgm:spPr/>
      <dgm:t>
        <a:bodyPr/>
        <a:lstStyle/>
        <a:p>
          <a:endParaRPr lang="en-US"/>
        </a:p>
      </dgm:t>
    </dgm:pt>
    <dgm:pt modelId="{07151EAA-D6FD-4C3C-9013-880468051ADA}">
      <dgm:prSet/>
      <dgm:spPr/>
      <dgm:t>
        <a:bodyPr/>
        <a:lstStyle/>
        <a:p>
          <a:r>
            <a:rPr lang="es-CR"/>
            <a:t>Evolución y Actualizaciones</a:t>
          </a:r>
          <a:endParaRPr lang="en-US"/>
        </a:p>
      </dgm:t>
    </dgm:pt>
    <dgm:pt modelId="{3B465C3F-498E-4B23-9ABC-2C3C828A10B8}" type="parTrans" cxnId="{50E0DB27-5F2A-4F2C-A23D-4E5FF344A203}">
      <dgm:prSet/>
      <dgm:spPr/>
      <dgm:t>
        <a:bodyPr/>
        <a:lstStyle/>
        <a:p>
          <a:endParaRPr lang="en-US"/>
        </a:p>
      </dgm:t>
    </dgm:pt>
    <dgm:pt modelId="{8A77D031-4084-493B-828D-7D92AD1B5CF1}" type="sibTrans" cxnId="{50E0DB27-5F2A-4F2C-A23D-4E5FF344A203}">
      <dgm:prSet/>
      <dgm:spPr/>
      <dgm:t>
        <a:bodyPr/>
        <a:lstStyle/>
        <a:p>
          <a:endParaRPr lang="en-US"/>
        </a:p>
      </dgm:t>
    </dgm:pt>
    <dgm:pt modelId="{A496363B-34C6-4548-A061-17F3DAED8A2B}" type="pres">
      <dgm:prSet presAssocID="{7C2C3A4A-E9F5-471B-9EB2-1FFEAB9176C6}" presName="compositeShape" presStyleCnt="0">
        <dgm:presLayoutVars>
          <dgm:chMax val="7"/>
          <dgm:dir/>
          <dgm:resizeHandles val="exact"/>
        </dgm:presLayoutVars>
      </dgm:prSet>
      <dgm:spPr/>
    </dgm:pt>
    <dgm:pt modelId="{594A13E4-86AC-44BB-8AFD-5A0F83985C4E}" type="pres">
      <dgm:prSet presAssocID="{7C2C3A4A-E9F5-471B-9EB2-1FFEAB9176C6}" presName="wedge1" presStyleLbl="node1" presStyleIdx="0" presStyleCnt="6"/>
      <dgm:spPr/>
    </dgm:pt>
    <dgm:pt modelId="{113D5F6F-DBA0-4AC3-92A1-418F692D786D}" type="pres">
      <dgm:prSet presAssocID="{7C2C3A4A-E9F5-471B-9EB2-1FFEAB9176C6}" presName="dummy1a" presStyleCnt="0"/>
      <dgm:spPr/>
    </dgm:pt>
    <dgm:pt modelId="{55898BC8-201A-4845-8807-5AD00C95089E}" type="pres">
      <dgm:prSet presAssocID="{7C2C3A4A-E9F5-471B-9EB2-1FFEAB9176C6}" presName="dummy1b" presStyleCnt="0"/>
      <dgm:spPr/>
    </dgm:pt>
    <dgm:pt modelId="{638074BE-80C9-4B27-B076-D4468B555F52}" type="pres">
      <dgm:prSet presAssocID="{7C2C3A4A-E9F5-471B-9EB2-1FFEAB9176C6}" presName="wedge1Tx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7E558DF9-8694-464C-A234-70F927FB3FDE}" type="pres">
      <dgm:prSet presAssocID="{7C2C3A4A-E9F5-471B-9EB2-1FFEAB9176C6}" presName="wedge2" presStyleLbl="node1" presStyleIdx="1" presStyleCnt="6" custScaleX="102060" custScaleY="107705"/>
      <dgm:spPr/>
    </dgm:pt>
    <dgm:pt modelId="{FB26A0E4-8A21-49F6-8D40-126158B7C8DA}" type="pres">
      <dgm:prSet presAssocID="{7C2C3A4A-E9F5-471B-9EB2-1FFEAB9176C6}" presName="dummy2a" presStyleCnt="0"/>
      <dgm:spPr/>
    </dgm:pt>
    <dgm:pt modelId="{D03F21C8-F1B2-4343-9F64-37216F7EE270}" type="pres">
      <dgm:prSet presAssocID="{7C2C3A4A-E9F5-471B-9EB2-1FFEAB9176C6}" presName="dummy2b" presStyleCnt="0"/>
      <dgm:spPr/>
    </dgm:pt>
    <dgm:pt modelId="{035B79DC-84B9-4F99-B2B8-DB9ADA588AF9}" type="pres">
      <dgm:prSet presAssocID="{7C2C3A4A-E9F5-471B-9EB2-1FFEAB9176C6}" presName="wedge2Tx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43359A60-5625-4ED4-AD9A-AD26A7DAAF9E}" type="pres">
      <dgm:prSet presAssocID="{7C2C3A4A-E9F5-471B-9EB2-1FFEAB9176C6}" presName="wedge3" presStyleLbl="node1" presStyleIdx="2" presStyleCnt="6"/>
      <dgm:spPr/>
    </dgm:pt>
    <dgm:pt modelId="{69777D57-3321-4B41-98EE-59850E29785B}" type="pres">
      <dgm:prSet presAssocID="{7C2C3A4A-E9F5-471B-9EB2-1FFEAB9176C6}" presName="dummy3a" presStyleCnt="0"/>
      <dgm:spPr/>
    </dgm:pt>
    <dgm:pt modelId="{C2F062B6-0D1E-4AA5-B7E3-0E2A120F9C23}" type="pres">
      <dgm:prSet presAssocID="{7C2C3A4A-E9F5-471B-9EB2-1FFEAB9176C6}" presName="dummy3b" presStyleCnt="0"/>
      <dgm:spPr/>
    </dgm:pt>
    <dgm:pt modelId="{02C636A9-D053-4761-9C3B-D9EF949AE69E}" type="pres">
      <dgm:prSet presAssocID="{7C2C3A4A-E9F5-471B-9EB2-1FFEAB9176C6}" presName="wedge3Tx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D7F831B7-5782-4DED-9417-2572EB5E4FFF}" type="pres">
      <dgm:prSet presAssocID="{7C2C3A4A-E9F5-471B-9EB2-1FFEAB9176C6}" presName="wedge4" presStyleLbl="node1" presStyleIdx="3" presStyleCnt="6"/>
      <dgm:spPr/>
    </dgm:pt>
    <dgm:pt modelId="{94527E69-CA76-44D0-8AF3-54BFB32E4FBA}" type="pres">
      <dgm:prSet presAssocID="{7C2C3A4A-E9F5-471B-9EB2-1FFEAB9176C6}" presName="dummy4a" presStyleCnt="0"/>
      <dgm:spPr/>
    </dgm:pt>
    <dgm:pt modelId="{61A03062-CF18-45E7-A349-2AB530E7F170}" type="pres">
      <dgm:prSet presAssocID="{7C2C3A4A-E9F5-471B-9EB2-1FFEAB9176C6}" presName="dummy4b" presStyleCnt="0"/>
      <dgm:spPr/>
    </dgm:pt>
    <dgm:pt modelId="{99FC9E84-CA54-4BBB-91F4-96DD936C96DD}" type="pres">
      <dgm:prSet presAssocID="{7C2C3A4A-E9F5-471B-9EB2-1FFEAB9176C6}" presName="wedge4Tx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4F5C42BA-6B11-4F7B-BC70-F89D7783C437}" type="pres">
      <dgm:prSet presAssocID="{7C2C3A4A-E9F5-471B-9EB2-1FFEAB9176C6}" presName="wedge5" presStyleLbl="node1" presStyleIdx="4" presStyleCnt="6"/>
      <dgm:spPr/>
    </dgm:pt>
    <dgm:pt modelId="{3A58B8A4-31D4-4AD3-9C5A-1056B3D5EA01}" type="pres">
      <dgm:prSet presAssocID="{7C2C3A4A-E9F5-471B-9EB2-1FFEAB9176C6}" presName="dummy5a" presStyleCnt="0"/>
      <dgm:spPr/>
    </dgm:pt>
    <dgm:pt modelId="{6449B36A-7340-4B4A-B5DB-11A925E8B384}" type="pres">
      <dgm:prSet presAssocID="{7C2C3A4A-E9F5-471B-9EB2-1FFEAB9176C6}" presName="dummy5b" presStyleCnt="0"/>
      <dgm:spPr/>
    </dgm:pt>
    <dgm:pt modelId="{EEDAEBC2-92C7-4ABC-B1E2-FCC1F3A4C1DE}" type="pres">
      <dgm:prSet presAssocID="{7C2C3A4A-E9F5-471B-9EB2-1FFEAB9176C6}" presName="wedge5Tx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7B7603E2-987E-4589-A197-4E24DAAFEF9B}" type="pres">
      <dgm:prSet presAssocID="{7C2C3A4A-E9F5-471B-9EB2-1FFEAB9176C6}" presName="wedge6" presStyleLbl="node1" presStyleIdx="5" presStyleCnt="6"/>
      <dgm:spPr/>
    </dgm:pt>
    <dgm:pt modelId="{DB8605E8-2DBF-491D-BCFA-C62EDF7937D3}" type="pres">
      <dgm:prSet presAssocID="{7C2C3A4A-E9F5-471B-9EB2-1FFEAB9176C6}" presName="dummy6a" presStyleCnt="0"/>
      <dgm:spPr/>
    </dgm:pt>
    <dgm:pt modelId="{029D5FD6-7ABB-4B84-8429-1CAC87F105DD}" type="pres">
      <dgm:prSet presAssocID="{7C2C3A4A-E9F5-471B-9EB2-1FFEAB9176C6}" presName="dummy6b" presStyleCnt="0"/>
      <dgm:spPr/>
    </dgm:pt>
    <dgm:pt modelId="{E75724AB-0107-480A-9E76-AE7621B596C2}" type="pres">
      <dgm:prSet presAssocID="{7C2C3A4A-E9F5-471B-9EB2-1FFEAB9176C6}" presName="wedge6Tx" presStyleLbl="node1" presStyleIdx="5" presStyleCnt="6">
        <dgm:presLayoutVars>
          <dgm:chMax val="0"/>
          <dgm:chPref val="0"/>
          <dgm:bulletEnabled val="1"/>
        </dgm:presLayoutVars>
      </dgm:prSet>
      <dgm:spPr/>
    </dgm:pt>
    <dgm:pt modelId="{313E7EF6-154E-4333-B454-010095F81457}" type="pres">
      <dgm:prSet presAssocID="{D99F1AE9-E904-4790-ADAA-7348CA87F657}" presName="arrowWedge1" presStyleLbl="fgSibTrans2D1" presStyleIdx="0" presStyleCnt="6"/>
      <dgm:spPr/>
    </dgm:pt>
    <dgm:pt modelId="{EEF817D8-9BAD-4CD5-93EE-4384B4280847}" type="pres">
      <dgm:prSet presAssocID="{B0237CAD-D9E7-4A7B-84B5-B164BDE07E7B}" presName="arrowWedge2" presStyleLbl="fgSibTrans2D1" presStyleIdx="1" presStyleCnt="6"/>
      <dgm:spPr/>
    </dgm:pt>
    <dgm:pt modelId="{BAC366AB-EA9D-40B0-8A35-3F18A1FF7DE0}" type="pres">
      <dgm:prSet presAssocID="{E4719F30-A371-4D3E-A4A8-907B7C324F9E}" presName="arrowWedge3" presStyleLbl="fgSibTrans2D1" presStyleIdx="2" presStyleCnt="6"/>
      <dgm:spPr/>
    </dgm:pt>
    <dgm:pt modelId="{542BA222-9D58-4681-A1E1-F8C7C85D3004}" type="pres">
      <dgm:prSet presAssocID="{0CEBF34E-CE9C-4072-9498-4DCE0909FA3F}" presName="arrowWedge4" presStyleLbl="fgSibTrans2D1" presStyleIdx="3" presStyleCnt="6"/>
      <dgm:spPr/>
    </dgm:pt>
    <dgm:pt modelId="{59D20E04-702B-407A-8D78-AA66D9D15729}" type="pres">
      <dgm:prSet presAssocID="{8495523F-D8A4-41D7-A0AD-54EA8106E3B5}" presName="arrowWedge5" presStyleLbl="fgSibTrans2D1" presStyleIdx="4" presStyleCnt="6"/>
      <dgm:spPr/>
    </dgm:pt>
    <dgm:pt modelId="{80F73B32-9756-41F5-A5F7-6DFC4D3A6F13}" type="pres">
      <dgm:prSet presAssocID="{8A77D031-4084-493B-828D-7D92AD1B5CF1}" presName="arrowWedge6" presStyleLbl="fgSibTrans2D1" presStyleIdx="5" presStyleCnt="6"/>
      <dgm:spPr/>
    </dgm:pt>
  </dgm:ptLst>
  <dgm:cxnLst>
    <dgm:cxn modelId="{BC687A00-B061-42F5-A76E-EF50CA7EF07F}" type="presOf" srcId="{07151EAA-D6FD-4C3C-9013-880468051ADA}" destId="{E75724AB-0107-480A-9E76-AE7621B596C2}" srcOrd="1" destOrd="0" presId="urn:microsoft.com/office/officeart/2005/8/layout/cycle8"/>
    <dgm:cxn modelId="{50E0DB27-5F2A-4F2C-A23D-4E5FF344A203}" srcId="{7C2C3A4A-E9F5-471B-9EB2-1FFEAB9176C6}" destId="{07151EAA-D6FD-4C3C-9013-880468051ADA}" srcOrd="5" destOrd="0" parTransId="{3B465C3F-498E-4B23-9ABC-2C3C828A10B8}" sibTransId="{8A77D031-4084-493B-828D-7D92AD1B5CF1}"/>
    <dgm:cxn modelId="{DCD19A39-4BEB-44F8-B3E7-43F6958893E8}" type="presOf" srcId="{483DB563-C0EB-4CBD-8959-8565E97FA956}" destId="{EEDAEBC2-92C7-4ABC-B1E2-FCC1F3A4C1DE}" srcOrd="1" destOrd="0" presId="urn:microsoft.com/office/officeart/2005/8/layout/cycle8"/>
    <dgm:cxn modelId="{22B08242-8C06-4ECC-B4F1-E1003F3C78AC}" type="presOf" srcId="{52329C25-2BE7-4CC0-BC33-527A22C12E3C}" destId="{99FC9E84-CA54-4BBB-91F4-96DD936C96DD}" srcOrd="1" destOrd="0" presId="urn:microsoft.com/office/officeart/2005/8/layout/cycle8"/>
    <dgm:cxn modelId="{EB574448-B102-4B50-8E28-0A528788B59A}" srcId="{7C2C3A4A-E9F5-471B-9EB2-1FFEAB9176C6}" destId="{483DB563-C0EB-4CBD-8959-8565E97FA956}" srcOrd="4" destOrd="0" parTransId="{C20AEE0D-61E7-42CF-AEC8-50B594A1793F}" sibTransId="{8495523F-D8A4-41D7-A0AD-54EA8106E3B5}"/>
    <dgm:cxn modelId="{6BBD5171-E820-455D-8E1B-1FFF69941FCB}" type="presOf" srcId="{4C53A5D9-E5E1-48F6-8491-5EE7E2490536}" destId="{02C636A9-D053-4761-9C3B-D9EF949AE69E}" srcOrd="1" destOrd="0" presId="urn:microsoft.com/office/officeart/2005/8/layout/cycle8"/>
    <dgm:cxn modelId="{35590672-5A8C-4203-A03F-FBC2B79DB939}" type="presOf" srcId="{7C2C3A4A-E9F5-471B-9EB2-1FFEAB9176C6}" destId="{A496363B-34C6-4548-A061-17F3DAED8A2B}" srcOrd="0" destOrd="0" presId="urn:microsoft.com/office/officeart/2005/8/layout/cycle8"/>
    <dgm:cxn modelId="{999C2F56-E969-420F-B7E5-86278F9BCA17}" srcId="{7C2C3A4A-E9F5-471B-9EB2-1FFEAB9176C6}" destId="{13374E5C-24EE-42F6-90A1-B99212B9EB40}" srcOrd="0" destOrd="0" parTransId="{00A659FB-BD9C-4EBA-A757-26C655C78277}" sibTransId="{D99F1AE9-E904-4790-ADAA-7348CA87F657}"/>
    <dgm:cxn modelId="{15642577-FB81-430D-8D9D-34E78E1AEF23}" type="presOf" srcId="{13374E5C-24EE-42F6-90A1-B99212B9EB40}" destId="{594A13E4-86AC-44BB-8AFD-5A0F83985C4E}" srcOrd="0" destOrd="0" presId="urn:microsoft.com/office/officeart/2005/8/layout/cycle8"/>
    <dgm:cxn modelId="{E12F8A7A-812A-4092-A99A-A8ECCECC71A0}" srcId="{7C2C3A4A-E9F5-471B-9EB2-1FFEAB9176C6}" destId="{9418398D-DF8A-42B6-9553-B9597C6A8530}" srcOrd="1" destOrd="0" parTransId="{3C7C3E80-4101-4323-9DD5-AB622C3B8324}" sibTransId="{B0237CAD-D9E7-4A7B-84B5-B164BDE07E7B}"/>
    <dgm:cxn modelId="{5CFD007C-77E2-4C98-8C4B-638935AC8B22}" type="presOf" srcId="{52329C25-2BE7-4CC0-BC33-527A22C12E3C}" destId="{D7F831B7-5782-4DED-9417-2572EB5E4FFF}" srcOrd="0" destOrd="0" presId="urn:microsoft.com/office/officeart/2005/8/layout/cycle8"/>
    <dgm:cxn modelId="{5ECC2197-45B8-4FFA-90B8-F18086DFB58E}" type="presOf" srcId="{13374E5C-24EE-42F6-90A1-B99212B9EB40}" destId="{638074BE-80C9-4B27-B076-D4468B555F52}" srcOrd="1" destOrd="0" presId="urn:microsoft.com/office/officeart/2005/8/layout/cycle8"/>
    <dgm:cxn modelId="{E0566698-7A64-4645-85E7-15DBF4ED9DFA}" srcId="{7C2C3A4A-E9F5-471B-9EB2-1FFEAB9176C6}" destId="{52329C25-2BE7-4CC0-BC33-527A22C12E3C}" srcOrd="3" destOrd="0" parTransId="{C498F9A6-C1BA-4C7D-BF6C-6E4E9D52085F}" sibTransId="{0CEBF34E-CE9C-4072-9498-4DCE0909FA3F}"/>
    <dgm:cxn modelId="{4EFF52C2-B06C-4D43-8FA8-F7CBF2FFBB19}" type="presOf" srcId="{4C53A5D9-E5E1-48F6-8491-5EE7E2490536}" destId="{43359A60-5625-4ED4-AD9A-AD26A7DAAF9E}" srcOrd="0" destOrd="0" presId="urn:microsoft.com/office/officeart/2005/8/layout/cycle8"/>
    <dgm:cxn modelId="{80B940CA-B0A2-4D93-B18E-B9261852FB98}" srcId="{7C2C3A4A-E9F5-471B-9EB2-1FFEAB9176C6}" destId="{4C53A5D9-E5E1-48F6-8491-5EE7E2490536}" srcOrd="2" destOrd="0" parTransId="{7B947A5E-E271-4BB9-8677-31A4018B0BCE}" sibTransId="{E4719F30-A371-4D3E-A4A8-907B7C324F9E}"/>
    <dgm:cxn modelId="{0308F7D1-8747-4DC4-80B2-8AFF22909EAE}" type="presOf" srcId="{9418398D-DF8A-42B6-9553-B9597C6A8530}" destId="{7E558DF9-8694-464C-A234-70F927FB3FDE}" srcOrd="0" destOrd="0" presId="urn:microsoft.com/office/officeart/2005/8/layout/cycle8"/>
    <dgm:cxn modelId="{ADA4E9D8-2630-49A5-9374-509DB052BB3C}" type="presOf" srcId="{483DB563-C0EB-4CBD-8959-8565E97FA956}" destId="{4F5C42BA-6B11-4F7B-BC70-F89D7783C437}" srcOrd="0" destOrd="0" presId="urn:microsoft.com/office/officeart/2005/8/layout/cycle8"/>
    <dgm:cxn modelId="{36DF1DDA-20E7-4E6B-8730-1AF150C37079}" type="presOf" srcId="{07151EAA-D6FD-4C3C-9013-880468051ADA}" destId="{7B7603E2-987E-4589-A197-4E24DAAFEF9B}" srcOrd="0" destOrd="0" presId="urn:microsoft.com/office/officeart/2005/8/layout/cycle8"/>
    <dgm:cxn modelId="{BD5423DE-6492-479B-B3D0-EE1CB8B5809E}" type="presOf" srcId="{9418398D-DF8A-42B6-9553-B9597C6A8530}" destId="{035B79DC-84B9-4F99-B2B8-DB9ADA588AF9}" srcOrd="1" destOrd="0" presId="urn:microsoft.com/office/officeart/2005/8/layout/cycle8"/>
    <dgm:cxn modelId="{B07FFA04-6590-4B68-8C7D-68AED5DDB06E}" type="presParOf" srcId="{A496363B-34C6-4548-A061-17F3DAED8A2B}" destId="{594A13E4-86AC-44BB-8AFD-5A0F83985C4E}" srcOrd="0" destOrd="0" presId="urn:microsoft.com/office/officeart/2005/8/layout/cycle8"/>
    <dgm:cxn modelId="{A0ACB3C9-2C61-42F2-9CB7-B18A18CFF0F1}" type="presParOf" srcId="{A496363B-34C6-4548-A061-17F3DAED8A2B}" destId="{113D5F6F-DBA0-4AC3-92A1-418F692D786D}" srcOrd="1" destOrd="0" presId="urn:microsoft.com/office/officeart/2005/8/layout/cycle8"/>
    <dgm:cxn modelId="{6327D00E-94C1-499A-995F-F63278A7D624}" type="presParOf" srcId="{A496363B-34C6-4548-A061-17F3DAED8A2B}" destId="{55898BC8-201A-4845-8807-5AD00C95089E}" srcOrd="2" destOrd="0" presId="urn:microsoft.com/office/officeart/2005/8/layout/cycle8"/>
    <dgm:cxn modelId="{982422EB-655F-4DDD-BD32-FA9AA73D3D6E}" type="presParOf" srcId="{A496363B-34C6-4548-A061-17F3DAED8A2B}" destId="{638074BE-80C9-4B27-B076-D4468B555F52}" srcOrd="3" destOrd="0" presId="urn:microsoft.com/office/officeart/2005/8/layout/cycle8"/>
    <dgm:cxn modelId="{1F4DFBF7-9E5A-4AF6-9877-7A791BD596FE}" type="presParOf" srcId="{A496363B-34C6-4548-A061-17F3DAED8A2B}" destId="{7E558DF9-8694-464C-A234-70F927FB3FDE}" srcOrd="4" destOrd="0" presId="urn:microsoft.com/office/officeart/2005/8/layout/cycle8"/>
    <dgm:cxn modelId="{846F1D5C-6B7D-470E-A752-CA3A506A55C1}" type="presParOf" srcId="{A496363B-34C6-4548-A061-17F3DAED8A2B}" destId="{FB26A0E4-8A21-49F6-8D40-126158B7C8DA}" srcOrd="5" destOrd="0" presId="urn:microsoft.com/office/officeart/2005/8/layout/cycle8"/>
    <dgm:cxn modelId="{17E6F028-C490-4B3D-BCF2-6D8AACC0AFDC}" type="presParOf" srcId="{A496363B-34C6-4548-A061-17F3DAED8A2B}" destId="{D03F21C8-F1B2-4343-9F64-37216F7EE270}" srcOrd="6" destOrd="0" presId="urn:microsoft.com/office/officeart/2005/8/layout/cycle8"/>
    <dgm:cxn modelId="{227D47CF-F05F-4E96-BCF5-76759531F2B7}" type="presParOf" srcId="{A496363B-34C6-4548-A061-17F3DAED8A2B}" destId="{035B79DC-84B9-4F99-B2B8-DB9ADA588AF9}" srcOrd="7" destOrd="0" presId="urn:microsoft.com/office/officeart/2005/8/layout/cycle8"/>
    <dgm:cxn modelId="{FB6B420B-AEE2-44A0-9C07-B433E801809D}" type="presParOf" srcId="{A496363B-34C6-4548-A061-17F3DAED8A2B}" destId="{43359A60-5625-4ED4-AD9A-AD26A7DAAF9E}" srcOrd="8" destOrd="0" presId="urn:microsoft.com/office/officeart/2005/8/layout/cycle8"/>
    <dgm:cxn modelId="{2D027B15-9BB2-4BDB-B8FB-4EE47C463D54}" type="presParOf" srcId="{A496363B-34C6-4548-A061-17F3DAED8A2B}" destId="{69777D57-3321-4B41-98EE-59850E29785B}" srcOrd="9" destOrd="0" presId="urn:microsoft.com/office/officeart/2005/8/layout/cycle8"/>
    <dgm:cxn modelId="{D2DF346D-E867-459D-96EF-58EB8A452D95}" type="presParOf" srcId="{A496363B-34C6-4548-A061-17F3DAED8A2B}" destId="{C2F062B6-0D1E-4AA5-B7E3-0E2A120F9C23}" srcOrd="10" destOrd="0" presId="urn:microsoft.com/office/officeart/2005/8/layout/cycle8"/>
    <dgm:cxn modelId="{C9CC4A67-F49B-43B7-9A75-2B36A71DB9FF}" type="presParOf" srcId="{A496363B-34C6-4548-A061-17F3DAED8A2B}" destId="{02C636A9-D053-4761-9C3B-D9EF949AE69E}" srcOrd="11" destOrd="0" presId="urn:microsoft.com/office/officeart/2005/8/layout/cycle8"/>
    <dgm:cxn modelId="{11DBBF06-A331-4ECF-A286-56D9720A9C52}" type="presParOf" srcId="{A496363B-34C6-4548-A061-17F3DAED8A2B}" destId="{D7F831B7-5782-4DED-9417-2572EB5E4FFF}" srcOrd="12" destOrd="0" presId="urn:microsoft.com/office/officeart/2005/8/layout/cycle8"/>
    <dgm:cxn modelId="{A52573E4-5CF4-48FF-B8B8-A6B8EF662F55}" type="presParOf" srcId="{A496363B-34C6-4548-A061-17F3DAED8A2B}" destId="{94527E69-CA76-44D0-8AF3-54BFB32E4FBA}" srcOrd="13" destOrd="0" presId="urn:microsoft.com/office/officeart/2005/8/layout/cycle8"/>
    <dgm:cxn modelId="{27E7BC77-22BB-4D30-8A8A-6D67FBFF2920}" type="presParOf" srcId="{A496363B-34C6-4548-A061-17F3DAED8A2B}" destId="{61A03062-CF18-45E7-A349-2AB530E7F170}" srcOrd="14" destOrd="0" presId="urn:microsoft.com/office/officeart/2005/8/layout/cycle8"/>
    <dgm:cxn modelId="{D3835723-B732-4FB1-8BD1-6B39311B8671}" type="presParOf" srcId="{A496363B-34C6-4548-A061-17F3DAED8A2B}" destId="{99FC9E84-CA54-4BBB-91F4-96DD936C96DD}" srcOrd="15" destOrd="0" presId="urn:microsoft.com/office/officeart/2005/8/layout/cycle8"/>
    <dgm:cxn modelId="{93C3409C-C7B0-4D93-8E07-0651E3553B10}" type="presParOf" srcId="{A496363B-34C6-4548-A061-17F3DAED8A2B}" destId="{4F5C42BA-6B11-4F7B-BC70-F89D7783C437}" srcOrd="16" destOrd="0" presId="urn:microsoft.com/office/officeart/2005/8/layout/cycle8"/>
    <dgm:cxn modelId="{5E274003-41B7-4EA4-8715-AECC8840CF67}" type="presParOf" srcId="{A496363B-34C6-4548-A061-17F3DAED8A2B}" destId="{3A58B8A4-31D4-4AD3-9C5A-1056B3D5EA01}" srcOrd="17" destOrd="0" presId="urn:microsoft.com/office/officeart/2005/8/layout/cycle8"/>
    <dgm:cxn modelId="{50C7DA4A-7DFD-4976-B596-44E41A4800D3}" type="presParOf" srcId="{A496363B-34C6-4548-A061-17F3DAED8A2B}" destId="{6449B36A-7340-4B4A-B5DB-11A925E8B384}" srcOrd="18" destOrd="0" presId="urn:microsoft.com/office/officeart/2005/8/layout/cycle8"/>
    <dgm:cxn modelId="{877C0926-EA0B-4EA0-9E1D-0DD94B81C3AF}" type="presParOf" srcId="{A496363B-34C6-4548-A061-17F3DAED8A2B}" destId="{EEDAEBC2-92C7-4ABC-B1E2-FCC1F3A4C1DE}" srcOrd="19" destOrd="0" presId="urn:microsoft.com/office/officeart/2005/8/layout/cycle8"/>
    <dgm:cxn modelId="{FC0F2B24-B55F-4825-BF5E-D7084989C161}" type="presParOf" srcId="{A496363B-34C6-4548-A061-17F3DAED8A2B}" destId="{7B7603E2-987E-4589-A197-4E24DAAFEF9B}" srcOrd="20" destOrd="0" presId="urn:microsoft.com/office/officeart/2005/8/layout/cycle8"/>
    <dgm:cxn modelId="{CDCF86FD-0425-4448-9565-EFAA48C17FE1}" type="presParOf" srcId="{A496363B-34C6-4548-A061-17F3DAED8A2B}" destId="{DB8605E8-2DBF-491D-BCFA-C62EDF7937D3}" srcOrd="21" destOrd="0" presId="urn:microsoft.com/office/officeart/2005/8/layout/cycle8"/>
    <dgm:cxn modelId="{66D14183-A324-4845-92D7-633F50E335A7}" type="presParOf" srcId="{A496363B-34C6-4548-A061-17F3DAED8A2B}" destId="{029D5FD6-7ABB-4B84-8429-1CAC87F105DD}" srcOrd="22" destOrd="0" presId="urn:microsoft.com/office/officeart/2005/8/layout/cycle8"/>
    <dgm:cxn modelId="{E79DE621-7089-4A84-919B-6221EBE67889}" type="presParOf" srcId="{A496363B-34C6-4548-A061-17F3DAED8A2B}" destId="{E75724AB-0107-480A-9E76-AE7621B596C2}" srcOrd="23" destOrd="0" presId="urn:microsoft.com/office/officeart/2005/8/layout/cycle8"/>
    <dgm:cxn modelId="{59415202-83D6-4FC0-9A6F-209795B6E37F}" type="presParOf" srcId="{A496363B-34C6-4548-A061-17F3DAED8A2B}" destId="{313E7EF6-154E-4333-B454-010095F81457}" srcOrd="24" destOrd="0" presId="urn:microsoft.com/office/officeart/2005/8/layout/cycle8"/>
    <dgm:cxn modelId="{E5F2B0E0-44E6-4478-AF6B-E49176ECE018}" type="presParOf" srcId="{A496363B-34C6-4548-A061-17F3DAED8A2B}" destId="{EEF817D8-9BAD-4CD5-93EE-4384B4280847}" srcOrd="25" destOrd="0" presId="urn:microsoft.com/office/officeart/2005/8/layout/cycle8"/>
    <dgm:cxn modelId="{919B97A5-E45F-4550-951B-F0D6DA2B2DDF}" type="presParOf" srcId="{A496363B-34C6-4548-A061-17F3DAED8A2B}" destId="{BAC366AB-EA9D-40B0-8A35-3F18A1FF7DE0}" srcOrd="26" destOrd="0" presId="urn:microsoft.com/office/officeart/2005/8/layout/cycle8"/>
    <dgm:cxn modelId="{6F3EC994-4867-46B7-B3DB-70E86A9B63A9}" type="presParOf" srcId="{A496363B-34C6-4548-A061-17F3DAED8A2B}" destId="{542BA222-9D58-4681-A1E1-F8C7C85D3004}" srcOrd="27" destOrd="0" presId="urn:microsoft.com/office/officeart/2005/8/layout/cycle8"/>
    <dgm:cxn modelId="{758E866F-F736-44A1-A016-DAEA8931DB9C}" type="presParOf" srcId="{A496363B-34C6-4548-A061-17F3DAED8A2B}" destId="{59D20E04-702B-407A-8D78-AA66D9D15729}" srcOrd="28" destOrd="0" presId="urn:microsoft.com/office/officeart/2005/8/layout/cycle8"/>
    <dgm:cxn modelId="{71A61F80-1D39-443B-BD83-61F27B64AB80}" type="presParOf" srcId="{A496363B-34C6-4548-A061-17F3DAED8A2B}" destId="{80F73B32-9756-41F5-A5F7-6DFC4D3A6F13}" srcOrd="29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1E414C-CBBD-4704-A112-17063BD13361}">
      <dsp:nvSpPr>
        <dsp:cNvPr id="0" name=""/>
        <dsp:cNvSpPr/>
      </dsp:nvSpPr>
      <dsp:spPr>
        <a:xfrm>
          <a:off x="4375080" y="803742"/>
          <a:ext cx="61999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19990" y="45720"/>
              </a:lnTo>
            </a:path>
          </a:pathLst>
        </a:custGeom>
        <a:noFill/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668811" y="846209"/>
        <a:ext cx="32529" cy="6505"/>
      </dsp:txXfrm>
    </dsp:sp>
    <dsp:sp modelId="{E1879FD5-C3EC-45E1-A7DA-A384E995E45C}">
      <dsp:nvSpPr>
        <dsp:cNvPr id="0" name=""/>
        <dsp:cNvSpPr/>
      </dsp:nvSpPr>
      <dsp:spPr>
        <a:xfrm>
          <a:off x="1548228" y="866"/>
          <a:ext cx="2828652" cy="169719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8606" tIns="145492" rIns="138606" bIns="145492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kern="1200"/>
            <a:t>Surge de la norma británica BS 7799 en los años 90.</a:t>
          </a:r>
          <a:endParaRPr lang="en-US" sz="1900" kern="1200"/>
        </a:p>
      </dsp:txBody>
      <dsp:txXfrm>
        <a:off x="1548228" y="866"/>
        <a:ext cx="2828652" cy="1697191"/>
      </dsp:txXfrm>
    </dsp:sp>
    <dsp:sp modelId="{F644A9BC-93AA-404C-B23E-3FA9CD0ABDBC}">
      <dsp:nvSpPr>
        <dsp:cNvPr id="0" name=""/>
        <dsp:cNvSpPr/>
      </dsp:nvSpPr>
      <dsp:spPr>
        <a:xfrm>
          <a:off x="2962554" y="1696257"/>
          <a:ext cx="3479242" cy="619990"/>
        </a:xfrm>
        <a:custGeom>
          <a:avLst/>
          <a:gdLst/>
          <a:ahLst/>
          <a:cxnLst/>
          <a:rect l="0" t="0" r="0" b="0"/>
          <a:pathLst>
            <a:path>
              <a:moveTo>
                <a:pt x="3479242" y="0"/>
              </a:moveTo>
              <a:lnTo>
                <a:pt x="3479242" y="327095"/>
              </a:lnTo>
              <a:lnTo>
                <a:pt x="0" y="327095"/>
              </a:lnTo>
              <a:lnTo>
                <a:pt x="0" y="619990"/>
              </a:lnTo>
            </a:path>
          </a:pathLst>
        </a:custGeom>
        <a:noFill/>
        <a:ln w="95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613687" y="2003000"/>
        <a:ext cx="176977" cy="6505"/>
      </dsp:txXfrm>
    </dsp:sp>
    <dsp:sp modelId="{761C9661-D376-4FCE-8192-58129D1AF2E7}">
      <dsp:nvSpPr>
        <dsp:cNvPr id="0" name=""/>
        <dsp:cNvSpPr/>
      </dsp:nvSpPr>
      <dsp:spPr>
        <a:xfrm>
          <a:off x="5027471" y="866"/>
          <a:ext cx="2828652" cy="169719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8606" tIns="145492" rIns="138606" bIns="145492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kern="1200"/>
            <a:t>Adoptada por la ISO e IEC como marco internacional.</a:t>
          </a:r>
          <a:endParaRPr lang="en-US" sz="1900" kern="1200"/>
        </a:p>
      </dsp:txBody>
      <dsp:txXfrm>
        <a:off x="5027471" y="866"/>
        <a:ext cx="2828652" cy="1697191"/>
      </dsp:txXfrm>
    </dsp:sp>
    <dsp:sp modelId="{4261700D-080C-4D25-88FE-9D92EEDCB7BC}">
      <dsp:nvSpPr>
        <dsp:cNvPr id="0" name=""/>
        <dsp:cNvSpPr/>
      </dsp:nvSpPr>
      <dsp:spPr>
        <a:xfrm>
          <a:off x="4375080" y="3151523"/>
          <a:ext cx="61999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19990" y="45720"/>
              </a:lnTo>
            </a:path>
          </a:pathLst>
        </a:custGeom>
        <a:noFill/>
        <a:ln w="952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668811" y="3193990"/>
        <a:ext cx="32529" cy="6505"/>
      </dsp:txXfrm>
    </dsp:sp>
    <dsp:sp modelId="{8EFB8B0E-FB7E-43A8-B210-787ED113D063}">
      <dsp:nvSpPr>
        <dsp:cNvPr id="0" name=""/>
        <dsp:cNvSpPr/>
      </dsp:nvSpPr>
      <dsp:spPr>
        <a:xfrm>
          <a:off x="1548228" y="2348648"/>
          <a:ext cx="2828652" cy="169719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8606" tIns="145492" rIns="138606" bIns="145492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kern="1200"/>
            <a:t>Expansión a más de una docena de normas relacionadas con la seguridad de la información.</a:t>
          </a:r>
          <a:endParaRPr lang="en-US" sz="1900" kern="1200"/>
        </a:p>
      </dsp:txBody>
      <dsp:txXfrm>
        <a:off x="1548228" y="2348648"/>
        <a:ext cx="2828652" cy="1697191"/>
      </dsp:txXfrm>
    </dsp:sp>
    <dsp:sp modelId="{080CC360-6E14-415D-BF7B-7E0C624E637E}">
      <dsp:nvSpPr>
        <dsp:cNvPr id="0" name=""/>
        <dsp:cNvSpPr/>
      </dsp:nvSpPr>
      <dsp:spPr>
        <a:xfrm>
          <a:off x="5027471" y="2348648"/>
          <a:ext cx="2828652" cy="169719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8606" tIns="145492" rIns="138606" bIns="145492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kern="1200"/>
            <a:t>Busca estandarizar la gestión de la seguridad a nivel mundial.</a:t>
          </a:r>
          <a:endParaRPr lang="en-US" sz="1900" kern="1200"/>
        </a:p>
      </dsp:txBody>
      <dsp:txXfrm>
        <a:off x="5027471" y="2348648"/>
        <a:ext cx="2828652" cy="169719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ED4E31-658A-4AF5-AA86-04051051EECF}">
      <dsp:nvSpPr>
        <dsp:cNvPr id="0" name=""/>
        <dsp:cNvSpPr/>
      </dsp:nvSpPr>
      <dsp:spPr>
        <a:xfrm>
          <a:off x="0" y="531"/>
          <a:ext cx="102338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3E20C6-B1AC-4E82-84F2-5E8E9202F9E6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1C5C9E-3771-4F5B-912D-7B3DA241E6E9}">
      <dsp:nvSpPr>
        <dsp:cNvPr id="0" name=""/>
        <dsp:cNvSpPr/>
      </dsp:nvSpPr>
      <dsp:spPr>
        <a:xfrm>
          <a:off x="1435590" y="531"/>
          <a:ext cx="87982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500" kern="1200">
              <a:solidFill>
                <a:schemeClr val="tx2">
                  <a:lumMod val="50000"/>
                </a:schemeClr>
              </a:solidFill>
            </a:rPr>
            <a:t>Familia de normas para crear y mantener un Sistema de Gestión de Seguridad de la Información (SGSI)</a:t>
          </a:r>
          <a:endParaRPr lang="en-US" sz="2500" kern="1200">
            <a:solidFill>
              <a:schemeClr val="tx2">
                <a:lumMod val="50000"/>
              </a:schemeClr>
            </a:solidFill>
          </a:endParaRPr>
        </a:p>
      </dsp:txBody>
      <dsp:txXfrm>
        <a:off x="1435590" y="531"/>
        <a:ext cx="8798209" cy="1242935"/>
      </dsp:txXfrm>
    </dsp:sp>
    <dsp:sp modelId="{EAE0DCEA-1CA5-4136-A02B-FF2005F74AC3}">
      <dsp:nvSpPr>
        <dsp:cNvPr id="0" name=""/>
        <dsp:cNvSpPr/>
      </dsp:nvSpPr>
      <dsp:spPr>
        <a:xfrm>
          <a:off x="0" y="1554201"/>
          <a:ext cx="102338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FEF0E9-C308-476C-8815-6F7CA6010C94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390C70-38F0-4730-8825-22B218FABA30}">
      <dsp:nvSpPr>
        <dsp:cNvPr id="0" name=""/>
        <dsp:cNvSpPr/>
      </dsp:nvSpPr>
      <dsp:spPr>
        <a:xfrm>
          <a:off x="1435590" y="1554201"/>
          <a:ext cx="87982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500" kern="1200">
              <a:solidFill>
                <a:srgbClr val="94D7E4">
                  <a:lumMod val="50000"/>
                </a:srgbClr>
              </a:solidFill>
              <a:latin typeface="Corbel" panose="020B0503020204020204"/>
              <a:ea typeface="+mn-ea"/>
              <a:cs typeface="+mn-cs"/>
            </a:rPr>
            <a:t>Provee principios, controles, requisitos, guías y auditorías</a:t>
          </a:r>
          <a:endParaRPr lang="en-US" sz="2500" kern="1200">
            <a:solidFill>
              <a:srgbClr val="94D7E4">
                <a:lumMod val="50000"/>
              </a:srgbClr>
            </a:solidFill>
            <a:latin typeface="Corbel" panose="020B0503020204020204"/>
            <a:ea typeface="+mn-ea"/>
            <a:cs typeface="+mn-cs"/>
          </a:endParaRPr>
        </a:p>
      </dsp:txBody>
      <dsp:txXfrm>
        <a:off x="1435590" y="1554201"/>
        <a:ext cx="8798209" cy="1242935"/>
      </dsp:txXfrm>
    </dsp:sp>
    <dsp:sp modelId="{F024E6F5-52F2-4A17-BBFC-A587AC0BA264}">
      <dsp:nvSpPr>
        <dsp:cNvPr id="0" name=""/>
        <dsp:cNvSpPr/>
      </dsp:nvSpPr>
      <dsp:spPr>
        <a:xfrm>
          <a:off x="0" y="3107870"/>
          <a:ext cx="102338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9FD82B-0A90-4267-8C5A-E09C075A1CAB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DD742E-967F-4C09-9F9F-98DAD33EE982}">
      <dsp:nvSpPr>
        <dsp:cNvPr id="0" name=""/>
        <dsp:cNvSpPr/>
      </dsp:nvSpPr>
      <dsp:spPr>
        <a:xfrm>
          <a:off x="1435590" y="3107870"/>
          <a:ext cx="87982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500" kern="1200">
              <a:solidFill>
                <a:srgbClr val="94D7E4">
                  <a:lumMod val="50000"/>
                </a:srgbClr>
              </a:solidFill>
              <a:latin typeface="Corbel" panose="020B0503020204020204"/>
              <a:ea typeface="+mn-ea"/>
              <a:cs typeface="+mn-cs"/>
            </a:rPr>
            <a:t>Aplicable a cualquier organización que maneje información sensible</a:t>
          </a:r>
          <a:endParaRPr lang="en-US" sz="2500" kern="1200">
            <a:solidFill>
              <a:srgbClr val="94D7E4">
                <a:lumMod val="50000"/>
              </a:srgbClr>
            </a:solidFill>
            <a:latin typeface="Corbel" panose="020B0503020204020204"/>
            <a:ea typeface="+mn-ea"/>
            <a:cs typeface="+mn-cs"/>
          </a:endParaRPr>
        </a:p>
      </dsp:txBody>
      <dsp:txXfrm>
        <a:off x="1435590" y="3107870"/>
        <a:ext cx="8798209" cy="124293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19A456-D22C-4B4C-B7B8-2B9925AF611F}">
      <dsp:nvSpPr>
        <dsp:cNvPr id="0" name=""/>
        <dsp:cNvSpPr/>
      </dsp:nvSpPr>
      <dsp:spPr>
        <a:xfrm>
          <a:off x="0" y="2202"/>
          <a:ext cx="10233800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21994CB-4910-4493-A4B7-2837DE5882E9}">
      <dsp:nvSpPr>
        <dsp:cNvPr id="0" name=""/>
        <dsp:cNvSpPr/>
      </dsp:nvSpPr>
      <dsp:spPr>
        <a:xfrm>
          <a:off x="0" y="2202"/>
          <a:ext cx="10233800" cy="7509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- </a:t>
          </a:r>
          <a:r>
            <a:rPr lang="en-US" sz="4000" kern="1200" err="1"/>
            <a:t>Controles</a:t>
          </a:r>
          <a:r>
            <a:rPr lang="en-US" sz="4000" kern="1200"/>
            <a:t> organizacionales</a:t>
          </a:r>
        </a:p>
      </dsp:txBody>
      <dsp:txXfrm>
        <a:off x="0" y="2202"/>
        <a:ext cx="10233800" cy="750909"/>
      </dsp:txXfrm>
    </dsp:sp>
    <dsp:sp modelId="{F07B4094-C594-4F3F-AB9C-C02928B25398}">
      <dsp:nvSpPr>
        <dsp:cNvPr id="0" name=""/>
        <dsp:cNvSpPr/>
      </dsp:nvSpPr>
      <dsp:spPr>
        <a:xfrm>
          <a:off x="0" y="753111"/>
          <a:ext cx="10233800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2F807B9-A969-47A8-A018-AC4B527E7476}">
      <dsp:nvSpPr>
        <dsp:cNvPr id="0" name=""/>
        <dsp:cNvSpPr/>
      </dsp:nvSpPr>
      <dsp:spPr>
        <a:xfrm>
          <a:off x="0" y="753111"/>
          <a:ext cx="10233800" cy="7509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- </a:t>
          </a:r>
          <a:r>
            <a:rPr lang="en-US" sz="4000" kern="1200" err="1"/>
            <a:t>Controles</a:t>
          </a:r>
          <a:r>
            <a:rPr lang="en-US" sz="4000" kern="1200"/>
            <a:t> de seguridad del personal</a:t>
          </a:r>
        </a:p>
      </dsp:txBody>
      <dsp:txXfrm>
        <a:off x="0" y="753111"/>
        <a:ext cx="10233800" cy="750909"/>
      </dsp:txXfrm>
    </dsp:sp>
    <dsp:sp modelId="{DD9184FE-12E8-4016-BD98-03997AAE7015}">
      <dsp:nvSpPr>
        <dsp:cNvPr id="0" name=""/>
        <dsp:cNvSpPr/>
      </dsp:nvSpPr>
      <dsp:spPr>
        <a:xfrm>
          <a:off x="0" y="1504021"/>
          <a:ext cx="10233800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49B02AC-F0A8-4DCC-97F3-AB3A812E2623}">
      <dsp:nvSpPr>
        <dsp:cNvPr id="0" name=""/>
        <dsp:cNvSpPr/>
      </dsp:nvSpPr>
      <dsp:spPr>
        <a:xfrm>
          <a:off x="0" y="1504021"/>
          <a:ext cx="10233800" cy="7509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- </a:t>
          </a:r>
          <a:r>
            <a:rPr lang="en-US" sz="4000" kern="1200" err="1"/>
            <a:t>Controles</a:t>
          </a:r>
          <a:r>
            <a:rPr lang="en-US" sz="4000" kern="1200"/>
            <a:t> fisicos</a:t>
          </a:r>
        </a:p>
      </dsp:txBody>
      <dsp:txXfrm>
        <a:off x="0" y="1504021"/>
        <a:ext cx="10233800" cy="750909"/>
      </dsp:txXfrm>
    </dsp:sp>
    <dsp:sp modelId="{DFFD2343-9EEC-4386-ADAE-12026498D937}">
      <dsp:nvSpPr>
        <dsp:cNvPr id="0" name=""/>
        <dsp:cNvSpPr/>
      </dsp:nvSpPr>
      <dsp:spPr>
        <a:xfrm>
          <a:off x="0" y="2254930"/>
          <a:ext cx="10233800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5BBEE55-75EF-472E-973D-1E59E1C26729}">
      <dsp:nvSpPr>
        <dsp:cNvPr id="0" name=""/>
        <dsp:cNvSpPr/>
      </dsp:nvSpPr>
      <dsp:spPr>
        <a:xfrm>
          <a:off x="0" y="2254930"/>
          <a:ext cx="10233800" cy="7509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- </a:t>
          </a:r>
          <a:r>
            <a:rPr lang="en-US" sz="4000" kern="1200" err="1"/>
            <a:t>Controles</a:t>
          </a:r>
          <a:r>
            <a:rPr lang="en-US" sz="4000" kern="1200"/>
            <a:t> tecnologicos</a:t>
          </a:r>
        </a:p>
      </dsp:txBody>
      <dsp:txXfrm>
        <a:off x="0" y="2254930"/>
        <a:ext cx="10233800" cy="750909"/>
      </dsp:txXfrm>
    </dsp:sp>
    <dsp:sp modelId="{D3E41B86-BE52-4410-BF35-2FFFBC1002BB}">
      <dsp:nvSpPr>
        <dsp:cNvPr id="0" name=""/>
        <dsp:cNvSpPr/>
      </dsp:nvSpPr>
      <dsp:spPr>
        <a:xfrm>
          <a:off x="0" y="3005839"/>
          <a:ext cx="10233800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9F67374-71EF-44F2-9F1D-A64719C16439}">
      <dsp:nvSpPr>
        <dsp:cNvPr id="0" name=""/>
        <dsp:cNvSpPr/>
      </dsp:nvSpPr>
      <dsp:spPr>
        <a:xfrm>
          <a:off x="0" y="3005839"/>
          <a:ext cx="10233800" cy="7509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000" kern="1200"/>
        </a:p>
      </dsp:txBody>
      <dsp:txXfrm>
        <a:off x="0" y="3005839"/>
        <a:ext cx="10233800" cy="750909"/>
      </dsp:txXfrm>
    </dsp:sp>
    <dsp:sp modelId="{A7FA03A0-15A8-4BDA-8A84-49DFCDBA6ED0}">
      <dsp:nvSpPr>
        <dsp:cNvPr id="0" name=""/>
        <dsp:cNvSpPr/>
      </dsp:nvSpPr>
      <dsp:spPr>
        <a:xfrm>
          <a:off x="0" y="3756749"/>
          <a:ext cx="10233800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noFill/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44F8245-3A8B-49AD-9DE3-9AFA8FA2F7CB}">
      <dsp:nvSpPr>
        <dsp:cNvPr id="0" name=""/>
        <dsp:cNvSpPr/>
      </dsp:nvSpPr>
      <dsp:spPr>
        <a:xfrm>
          <a:off x="0" y="3756749"/>
          <a:ext cx="10233800" cy="7509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000" kern="1200"/>
        </a:p>
      </dsp:txBody>
      <dsp:txXfrm>
        <a:off x="0" y="3756749"/>
        <a:ext cx="10233800" cy="75090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67C020-D77C-401B-8509-C509258CBAE9}">
      <dsp:nvSpPr>
        <dsp:cNvPr id="0" name=""/>
        <dsp:cNvSpPr/>
      </dsp:nvSpPr>
      <dsp:spPr>
        <a:xfrm>
          <a:off x="1015511" y="1020477"/>
          <a:ext cx="1111520" cy="11115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C57C19-0CC0-4C28-A4DD-C70DF3F33D10}">
      <dsp:nvSpPr>
        <dsp:cNvPr id="0" name=""/>
        <dsp:cNvSpPr/>
      </dsp:nvSpPr>
      <dsp:spPr>
        <a:xfrm>
          <a:off x="336249" y="2455284"/>
          <a:ext cx="247004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/>
            <a:t>Similar a ISO 27001, pero con enfoque en cómo aplicar los controles.</a:t>
          </a:r>
          <a:endParaRPr lang="en-US" sz="1500" kern="1200"/>
        </a:p>
      </dsp:txBody>
      <dsp:txXfrm>
        <a:off x="336249" y="2455284"/>
        <a:ext cx="2470045" cy="720000"/>
      </dsp:txXfrm>
    </dsp:sp>
    <dsp:sp modelId="{C6C7A05B-93FD-4992-923B-7ED520FB3DAC}">
      <dsp:nvSpPr>
        <dsp:cNvPr id="0" name=""/>
        <dsp:cNvSpPr/>
      </dsp:nvSpPr>
      <dsp:spPr>
        <a:xfrm>
          <a:off x="3917814" y="1020477"/>
          <a:ext cx="1111520" cy="11115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292419-3F98-455E-BBF5-13D3482CC507}">
      <dsp:nvSpPr>
        <dsp:cNvPr id="0" name=""/>
        <dsp:cNvSpPr/>
      </dsp:nvSpPr>
      <dsp:spPr>
        <a:xfrm>
          <a:off x="3238552" y="2455284"/>
          <a:ext cx="247004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/>
            <a:t>Proporciona guías y ejemplos concretos.</a:t>
          </a:r>
          <a:endParaRPr lang="en-US" sz="1500" kern="1200"/>
        </a:p>
      </dsp:txBody>
      <dsp:txXfrm>
        <a:off x="3238552" y="2455284"/>
        <a:ext cx="2470045" cy="720000"/>
      </dsp:txXfrm>
    </dsp:sp>
    <dsp:sp modelId="{D6298BD0-9219-43AF-86EC-C02DF3BEA1D0}">
      <dsp:nvSpPr>
        <dsp:cNvPr id="0" name=""/>
        <dsp:cNvSpPr/>
      </dsp:nvSpPr>
      <dsp:spPr>
        <a:xfrm>
          <a:off x="6820118" y="1020477"/>
          <a:ext cx="1111520" cy="11115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B04D3A-9D11-4005-A0B9-D11720711DC4}">
      <dsp:nvSpPr>
        <dsp:cNvPr id="0" name=""/>
        <dsp:cNvSpPr/>
      </dsp:nvSpPr>
      <dsp:spPr>
        <a:xfrm>
          <a:off x="6140855" y="2455284"/>
          <a:ext cx="247004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/>
            <a:t>No es certificable, pero apoya la implementación de la 27001.</a:t>
          </a:r>
          <a:endParaRPr lang="en-US" sz="1500" kern="1200"/>
        </a:p>
      </dsp:txBody>
      <dsp:txXfrm>
        <a:off x="6140855" y="2455284"/>
        <a:ext cx="2470045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FD50FD-CB1C-470C-A2DF-2E1D57405BD4}">
      <dsp:nvSpPr>
        <dsp:cNvPr id="0" name=""/>
        <dsp:cNvSpPr/>
      </dsp:nvSpPr>
      <dsp:spPr>
        <a:xfrm>
          <a:off x="0" y="0"/>
          <a:ext cx="7523481" cy="89027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CR" sz="2700" kern="1200"/>
            <a:t>Evaluación de riesgos</a:t>
          </a:r>
          <a:endParaRPr lang="en-US" sz="2700" kern="1200"/>
        </a:p>
      </dsp:txBody>
      <dsp:txXfrm>
        <a:off x="26075" y="26075"/>
        <a:ext cx="6487577" cy="838125"/>
      </dsp:txXfrm>
    </dsp:sp>
    <dsp:sp modelId="{E380F9C8-6976-423E-9303-A421886843AC}">
      <dsp:nvSpPr>
        <dsp:cNvPr id="0" name=""/>
        <dsp:cNvSpPr/>
      </dsp:nvSpPr>
      <dsp:spPr>
        <a:xfrm>
          <a:off x="630091" y="1052143"/>
          <a:ext cx="7523481" cy="89027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CR" sz="2700" kern="1200"/>
            <a:t>Políticas y procedimientos</a:t>
          </a:r>
          <a:endParaRPr lang="en-US" sz="2700" kern="1200"/>
        </a:p>
      </dsp:txBody>
      <dsp:txXfrm>
        <a:off x="656166" y="1078218"/>
        <a:ext cx="6262561" cy="838125"/>
      </dsp:txXfrm>
    </dsp:sp>
    <dsp:sp modelId="{CF958B1C-82BA-4D9E-B3B0-90B0BFE39210}">
      <dsp:nvSpPr>
        <dsp:cNvPr id="0" name=""/>
        <dsp:cNvSpPr/>
      </dsp:nvSpPr>
      <dsp:spPr>
        <a:xfrm>
          <a:off x="1250778" y="2104287"/>
          <a:ext cx="7523481" cy="89027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CR" sz="2700" kern="1200"/>
            <a:t>Control y monitoreo continuo</a:t>
          </a:r>
          <a:endParaRPr lang="en-US" sz="2700" kern="1200"/>
        </a:p>
      </dsp:txBody>
      <dsp:txXfrm>
        <a:off x="1276853" y="2130362"/>
        <a:ext cx="6271965" cy="838125"/>
      </dsp:txXfrm>
    </dsp:sp>
    <dsp:sp modelId="{88ACB28E-F28F-45FF-B191-96B26AF6C920}">
      <dsp:nvSpPr>
        <dsp:cNvPr id="0" name=""/>
        <dsp:cNvSpPr/>
      </dsp:nvSpPr>
      <dsp:spPr>
        <a:xfrm>
          <a:off x="1880870" y="3156430"/>
          <a:ext cx="7523481" cy="89027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CR" sz="2700" kern="1200"/>
            <a:t>Monitoreo continuo y mejora</a:t>
          </a:r>
          <a:endParaRPr lang="en-US" sz="2700" kern="1200"/>
        </a:p>
      </dsp:txBody>
      <dsp:txXfrm>
        <a:off x="1906945" y="3182505"/>
        <a:ext cx="6262561" cy="838125"/>
      </dsp:txXfrm>
    </dsp:sp>
    <dsp:sp modelId="{3457AA26-7186-4BC5-B92B-99905B292D79}">
      <dsp:nvSpPr>
        <dsp:cNvPr id="0" name=""/>
        <dsp:cNvSpPr/>
      </dsp:nvSpPr>
      <dsp:spPr>
        <a:xfrm>
          <a:off x="6944802" y="681869"/>
          <a:ext cx="578678" cy="57867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7075005" y="681869"/>
        <a:ext cx="318272" cy="435455"/>
      </dsp:txXfrm>
    </dsp:sp>
    <dsp:sp modelId="{AFF8E2FB-D58E-4512-97B7-2788F854CB15}">
      <dsp:nvSpPr>
        <dsp:cNvPr id="0" name=""/>
        <dsp:cNvSpPr/>
      </dsp:nvSpPr>
      <dsp:spPr>
        <a:xfrm>
          <a:off x="7574894" y="1734013"/>
          <a:ext cx="578678" cy="578678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7705097" y="1734013"/>
        <a:ext cx="318272" cy="435455"/>
      </dsp:txXfrm>
    </dsp:sp>
    <dsp:sp modelId="{88968D51-6813-4084-A5E2-C60C206F23A7}">
      <dsp:nvSpPr>
        <dsp:cNvPr id="0" name=""/>
        <dsp:cNvSpPr/>
      </dsp:nvSpPr>
      <dsp:spPr>
        <a:xfrm>
          <a:off x="8195581" y="2786157"/>
          <a:ext cx="578678" cy="578678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8325784" y="2786157"/>
        <a:ext cx="318272" cy="43545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CC9647-82FC-4EA6-A523-DF877A9F502B}">
      <dsp:nvSpPr>
        <dsp:cNvPr id="0" name=""/>
        <dsp:cNvSpPr/>
      </dsp:nvSpPr>
      <dsp:spPr>
        <a:xfrm>
          <a:off x="938072" y="425888"/>
          <a:ext cx="1449518" cy="144951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97BB41-1ECA-4E91-8D91-61F1C5A28CF5}">
      <dsp:nvSpPr>
        <dsp:cNvPr id="0" name=""/>
        <dsp:cNvSpPr/>
      </dsp:nvSpPr>
      <dsp:spPr>
        <a:xfrm>
          <a:off x="52256" y="2258388"/>
          <a:ext cx="322115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/>
            <a:t>Marco de controles de seguridad</a:t>
          </a:r>
          <a:endParaRPr lang="en-US" sz="1700" kern="1200"/>
        </a:p>
      </dsp:txBody>
      <dsp:txXfrm>
        <a:off x="52256" y="2258388"/>
        <a:ext cx="3221151" cy="720000"/>
      </dsp:txXfrm>
    </dsp:sp>
    <dsp:sp modelId="{1F4CCEBD-81DB-40B9-94F2-6C0274736AF3}">
      <dsp:nvSpPr>
        <dsp:cNvPr id="0" name=""/>
        <dsp:cNvSpPr/>
      </dsp:nvSpPr>
      <dsp:spPr>
        <a:xfrm>
          <a:off x="4722925" y="425888"/>
          <a:ext cx="1449518" cy="144951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4EC8C6-1C53-423B-B3D6-C353B0E7D9D6}">
      <dsp:nvSpPr>
        <dsp:cNvPr id="0" name=""/>
        <dsp:cNvSpPr/>
      </dsp:nvSpPr>
      <dsp:spPr>
        <a:xfrm>
          <a:off x="3837109" y="2258388"/>
          <a:ext cx="322115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/>
            <a:t>Recomendaciones claras para implementar los requisitos de la ISO 27001</a:t>
          </a:r>
          <a:endParaRPr lang="en-US" sz="1700" kern="1200"/>
        </a:p>
      </dsp:txBody>
      <dsp:txXfrm>
        <a:off x="3837109" y="2258388"/>
        <a:ext cx="3221151" cy="720000"/>
      </dsp:txXfrm>
    </dsp:sp>
    <dsp:sp modelId="{4639D02A-E9EC-4E56-A6F7-D2097B63189D}">
      <dsp:nvSpPr>
        <dsp:cNvPr id="0" name=""/>
        <dsp:cNvSpPr/>
      </dsp:nvSpPr>
      <dsp:spPr>
        <a:xfrm>
          <a:off x="8507778" y="425888"/>
          <a:ext cx="1449518" cy="144951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188513-44A4-48E7-9A21-08026B708316}">
      <dsp:nvSpPr>
        <dsp:cNvPr id="0" name=""/>
        <dsp:cNvSpPr/>
      </dsp:nvSpPr>
      <dsp:spPr>
        <a:xfrm>
          <a:off x="7621962" y="2258388"/>
          <a:ext cx="322115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/>
            <a:t>Útil como guía técnica y operativa</a:t>
          </a:r>
          <a:endParaRPr lang="en-US" sz="1700" kern="1200"/>
        </a:p>
      </dsp:txBody>
      <dsp:txXfrm>
        <a:off x="7621962" y="2258388"/>
        <a:ext cx="3221151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4A13E4-86AC-44BB-8AFD-5A0F83985C4E}">
      <dsp:nvSpPr>
        <dsp:cNvPr id="0" name=""/>
        <dsp:cNvSpPr/>
      </dsp:nvSpPr>
      <dsp:spPr>
        <a:xfrm>
          <a:off x="3437872" y="352410"/>
          <a:ext cx="4721283" cy="4721283"/>
        </a:xfrm>
        <a:prstGeom prst="pie">
          <a:avLst>
            <a:gd name="adj1" fmla="val 16200000"/>
            <a:gd name="adj2" fmla="val 198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1100" kern="1200"/>
            <a:t>Alcance y Aplicabilidad</a:t>
          </a:r>
          <a:endParaRPr lang="en-US" sz="1100" kern="1200"/>
        </a:p>
      </dsp:txBody>
      <dsp:txXfrm>
        <a:off x="5910925" y="955497"/>
        <a:ext cx="1236526" cy="955497"/>
      </dsp:txXfrm>
    </dsp:sp>
    <dsp:sp modelId="{7E558DF9-8694-464C-A234-70F927FB3FDE}">
      <dsp:nvSpPr>
        <dsp:cNvPr id="0" name=""/>
        <dsp:cNvSpPr/>
      </dsp:nvSpPr>
      <dsp:spPr>
        <a:xfrm>
          <a:off x="3445448" y="267758"/>
          <a:ext cx="4818542" cy="5085058"/>
        </a:xfrm>
        <a:prstGeom prst="pie">
          <a:avLst>
            <a:gd name="adj1" fmla="val 19800000"/>
            <a:gd name="adj2" fmla="val 18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1100" kern="1200"/>
            <a:t>Beneficios de la Implementación</a:t>
          </a:r>
          <a:endParaRPr lang="en-US" sz="1100" kern="1200"/>
        </a:p>
      </dsp:txBody>
      <dsp:txXfrm>
        <a:off x="6715173" y="2325996"/>
        <a:ext cx="1319362" cy="998850"/>
      </dsp:txXfrm>
    </dsp:sp>
    <dsp:sp modelId="{43359A60-5625-4ED4-AD9A-AD26A7DAAF9E}">
      <dsp:nvSpPr>
        <dsp:cNvPr id="0" name=""/>
        <dsp:cNvSpPr/>
      </dsp:nvSpPr>
      <dsp:spPr>
        <a:xfrm>
          <a:off x="3437872" y="546882"/>
          <a:ext cx="4721283" cy="4721283"/>
        </a:xfrm>
        <a:prstGeom prst="pie">
          <a:avLst>
            <a:gd name="adj1" fmla="val 1800000"/>
            <a:gd name="adj2" fmla="val 54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1100" kern="1200"/>
            <a:t>Proceso de Implementación</a:t>
          </a:r>
          <a:endParaRPr lang="en-US" sz="1100" kern="1200"/>
        </a:p>
      </dsp:txBody>
      <dsp:txXfrm>
        <a:off x="5910925" y="3737683"/>
        <a:ext cx="1236526" cy="955497"/>
      </dsp:txXfrm>
    </dsp:sp>
    <dsp:sp modelId="{D7F831B7-5782-4DED-9417-2572EB5E4FFF}">
      <dsp:nvSpPr>
        <dsp:cNvPr id="0" name=""/>
        <dsp:cNvSpPr/>
      </dsp:nvSpPr>
      <dsp:spPr>
        <a:xfrm>
          <a:off x="3325460" y="546882"/>
          <a:ext cx="4721283" cy="4721283"/>
        </a:xfrm>
        <a:prstGeom prst="pie">
          <a:avLst>
            <a:gd name="adj1" fmla="val 5400000"/>
            <a:gd name="adj2" fmla="val 90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1100" kern="1200"/>
            <a:t>Certificación y Auditoría</a:t>
          </a:r>
          <a:endParaRPr lang="en-US" sz="1100" kern="1200"/>
        </a:p>
      </dsp:txBody>
      <dsp:txXfrm>
        <a:off x="4337164" y="3737683"/>
        <a:ext cx="1236526" cy="955497"/>
      </dsp:txXfrm>
    </dsp:sp>
    <dsp:sp modelId="{4F5C42BA-6B11-4F7B-BC70-F89D7783C437}">
      <dsp:nvSpPr>
        <dsp:cNvPr id="0" name=""/>
        <dsp:cNvSpPr/>
      </dsp:nvSpPr>
      <dsp:spPr>
        <a:xfrm>
          <a:off x="3269254" y="449646"/>
          <a:ext cx="4721283" cy="4721283"/>
        </a:xfrm>
        <a:prstGeom prst="pie">
          <a:avLst>
            <a:gd name="adj1" fmla="val 9000000"/>
            <a:gd name="adj2" fmla="val 126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1100" kern="1200"/>
            <a:t>Relación con Otros Estándares</a:t>
          </a:r>
          <a:endParaRPr lang="en-US" sz="1100" kern="1200"/>
        </a:p>
      </dsp:txBody>
      <dsp:txXfrm>
        <a:off x="3494077" y="2360641"/>
        <a:ext cx="1292732" cy="927395"/>
      </dsp:txXfrm>
    </dsp:sp>
    <dsp:sp modelId="{7B7603E2-987E-4589-A197-4E24DAAFEF9B}">
      <dsp:nvSpPr>
        <dsp:cNvPr id="0" name=""/>
        <dsp:cNvSpPr/>
      </dsp:nvSpPr>
      <dsp:spPr>
        <a:xfrm>
          <a:off x="3325460" y="352410"/>
          <a:ext cx="4721283" cy="4721283"/>
        </a:xfrm>
        <a:prstGeom prst="pie">
          <a:avLst>
            <a:gd name="adj1" fmla="val 126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1100" kern="1200"/>
            <a:t>Evolución y Actualizaciones</a:t>
          </a:r>
          <a:endParaRPr lang="en-US" sz="1100" kern="1200"/>
        </a:p>
      </dsp:txBody>
      <dsp:txXfrm>
        <a:off x="4337164" y="955497"/>
        <a:ext cx="1236526" cy="955497"/>
      </dsp:txXfrm>
    </dsp:sp>
    <dsp:sp modelId="{313E7EF6-154E-4333-B454-010095F81457}">
      <dsp:nvSpPr>
        <dsp:cNvPr id="0" name=""/>
        <dsp:cNvSpPr/>
      </dsp:nvSpPr>
      <dsp:spPr>
        <a:xfrm>
          <a:off x="3145429" y="60140"/>
          <a:ext cx="5305823" cy="5305823"/>
        </a:xfrm>
        <a:prstGeom prst="circularArrow">
          <a:avLst>
            <a:gd name="adj1" fmla="val 5085"/>
            <a:gd name="adj2" fmla="val 327528"/>
            <a:gd name="adj3" fmla="val 19472472"/>
            <a:gd name="adj4" fmla="val 16200251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F817D8-9BAD-4CD5-93EE-4384B4280847}">
      <dsp:nvSpPr>
        <dsp:cNvPr id="0" name=""/>
        <dsp:cNvSpPr/>
      </dsp:nvSpPr>
      <dsp:spPr>
        <a:xfrm>
          <a:off x="3201264" y="155989"/>
          <a:ext cx="5305823" cy="5305823"/>
        </a:xfrm>
        <a:prstGeom prst="circularArrow">
          <a:avLst>
            <a:gd name="adj1" fmla="val 5085"/>
            <a:gd name="adj2" fmla="val 327528"/>
            <a:gd name="adj3" fmla="val 1472472"/>
            <a:gd name="adj4" fmla="val 19800000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C366AB-EA9D-40B0-8A35-3F18A1FF7DE0}">
      <dsp:nvSpPr>
        <dsp:cNvPr id="0" name=""/>
        <dsp:cNvSpPr/>
      </dsp:nvSpPr>
      <dsp:spPr>
        <a:xfrm>
          <a:off x="3145429" y="254612"/>
          <a:ext cx="5305823" cy="5305823"/>
        </a:xfrm>
        <a:prstGeom prst="circularArrow">
          <a:avLst>
            <a:gd name="adj1" fmla="val 5085"/>
            <a:gd name="adj2" fmla="val 327528"/>
            <a:gd name="adj3" fmla="val 5072221"/>
            <a:gd name="adj4" fmla="val 1800000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2BA222-9D58-4681-A1E1-F8C7C85D3004}">
      <dsp:nvSpPr>
        <dsp:cNvPr id="0" name=""/>
        <dsp:cNvSpPr/>
      </dsp:nvSpPr>
      <dsp:spPr>
        <a:xfrm>
          <a:off x="3033363" y="254612"/>
          <a:ext cx="5305823" cy="5305823"/>
        </a:xfrm>
        <a:prstGeom prst="circularArrow">
          <a:avLst>
            <a:gd name="adj1" fmla="val 5085"/>
            <a:gd name="adj2" fmla="val 327528"/>
            <a:gd name="adj3" fmla="val 8672472"/>
            <a:gd name="adj4" fmla="val 5400251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D20E04-702B-407A-8D78-AA66D9D15729}">
      <dsp:nvSpPr>
        <dsp:cNvPr id="0" name=""/>
        <dsp:cNvSpPr/>
      </dsp:nvSpPr>
      <dsp:spPr>
        <a:xfrm>
          <a:off x="2977157" y="157376"/>
          <a:ext cx="5305823" cy="5305823"/>
        </a:xfrm>
        <a:prstGeom prst="circularArrow">
          <a:avLst>
            <a:gd name="adj1" fmla="val 5085"/>
            <a:gd name="adj2" fmla="val 327528"/>
            <a:gd name="adj3" fmla="val 12272472"/>
            <a:gd name="adj4" fmla="val 9000000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F73B32-9756-41F5-A5F7-6DFC4D3A6F13}">
      <dsp:nvSpPr>
        <dsp:cNvPr id="0" name=""/>
        <dsp:cNvSpPr/>
      </dsp:nvSpPr>
      <dsp:spPr>
        <a:xfrm>
          <a:off x="3033363" y="60140"/>
          <a:ext cx="5305823" cy="5305823"/>
        </a:xfrm>
        <a:prstGeom prst="circularArrow">
          <a:avLst>
            <a:gd name="adj1" fmla="val 5085"/>
            <a:gd name="adj2" fmla="val 327528"/>
            <a:gd name="adj3" fmla="val 15872221"/>
            <a:gd name="adj4" fmla="val 12600000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/>
              <a:t>Haz clic para editar el estilo de subtítulo del patrón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DA61E-AC09-4A1A-8EB4-2A505B3BC02B}" type="datetimeFigureOut">
              <a:rPr lang="es-CR" smtClean="0"/>
              <a:t>11/11/2025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66798-A29B-4FA9-8371-883F162E1980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43724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DA61E-AC09-4A1A-8EB4-2A505B3BC02B}" type="datetimeFigureOut">
              <a:rPr lang="es-CR" smtClean="0"/>
              <a:t>11/11/2025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66798-A29B-4FA9-8371-883F162E1980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688319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DA61E-AC09-4A1A-8EB4-2A505B3BC02B}" type="datetimeFigureOut">
              <a:rPr lang="es-CR" smtClean="0"/>
              <a:t>11/11/2025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66798-A29B-4FA9-8371-883F162E1980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861342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DA61E-AC09-4A1A-8EB4-2A505B3BC02B}" type="datetimeFigureOut">
              <a:rPr lang="es-CR" smtClean="0"/>
              <a:t>11/11/2025</a:t>
            </a:fld>
            <a:endParaRPr lang="es-C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66798-A29B-4FA9-8371-883F162E1980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26882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DA61E-AC09-4A1A-8EB4-2A505B3BC02B}" type="datetimeFigureOut">
              <a:rPr lang="es-CR" smtClean="0"/>
              <a:t>11/11/2025</a:t>
            </a:fld>
            <a:endParaRPr lang="es-C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66798-A29B-4FA9-8371-883F162E1980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079926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DA61E-AC09-4A1A-8EB4-2A505B3BC02B}" type="datetimeFigureOut">
              <a:rPr lang="es-CR" smtClean="0"/>
              <a:t>11/11/2025</a:t>
            </a:fld>
            <a:endParaRPr lang="es-C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66798-A29B-4FA9-8371-883F162E1980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815770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DA61E-AC09-4A1A-8EB4-2A505B3BC02B}" type="datetimeFigureOut">
              <a:rPr lang="es-CR" smtClean="0"/>
              <a:t>11/11/2025</a:t>
            </a:fld>
            <a:endParaRPr lang="es-C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66798-A29B-4FA9-8371-883F162E1980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990202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DA61E-AC09-4A1A-8EB4-2A505B3BC02B}" type="datetimeFigureOut">
              <a:rPr lang="es-CR" smtClean="0"/>
              <a:t>11/11/2025</a:t>
            </a:fld>
            <a:endParaRPr lang="es-C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66798-A29B-4FA9-8371-883F162E1980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471848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DA61E-AC09-4A1A-8EB4-2A505B3BC02B}" type="datetimeFigureOut">
              <a:rPr lang="es-CR" smtClean="0"/>
              <a:t>11/11/2025</a:t>
            </a:fld>
            <a:endParaRPr lang="es-C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66798-A29B-4FA9-8371-883F162E1980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36278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DA61E-AC09-4A1A-8EB4-2A505B3BC02B}" type="datetimeFigureOut">
              <a:rPr lang="es-CR" smtClean="0"/>
              <a:t>11/11/2025</a:t>
            </a:fld>
            <a:endParaRPr lang="es-C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66798-A29B-4FA9-8371-883F162E1980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168706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DA61E-AC09-4A1A-8EB4-2A505B3BC02B}" type="datetimeFigureOut">
              <a:rPr lang="es-CR" smtClean="0"/>
              <a:t>11/11/2025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66798-A29B-4FA9-8371-883F162E1980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5678695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MX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DA61E-AC09-4A1A-8EB4-2A505B3BC02B}" type="datetimeFigureOut">
              <a:rPr lang="es-CR" smtClean="0"/>
              <a:t>11/11/2025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66798-A29B-4FA9-8371-883F162E1980}" type="slidenum">
              <a:rPr lang="es-CR" smtClean="0"/>
              <a:t>‹Nº›</a:t>
            </a:fld>
            <a:endParaRPr lang="es-C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620364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DA61E-AC09-4A1A-8EB4-2A505B3BC02B}" type="datetimeFigureOut">
              <a:rPr lang="es-CR" smtClean="0"/>
              <a:t>11/11/2025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66798-A29B-4FA9-8371-883F162E1980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8547958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DA61E-AC09-4A1A-8EB4-2A505B3BC02B}" type="datetimeFigureOut">
              <a:rPr lang="es-CR" smtClean="0"/>
              <a:t>11/11/2025</a:t>
            </a:fld>
            <a:endParaRPr lang="es-C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66798-A29B-4FA9-8371-883F162E1980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6878849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DA61E-AC09-4A1A-8EB4-2A505B3BC02B}" type="datetimeFigureOut">
              <a:rPr lang="es-CR" smtClean="0"/>
              <a:t>11/11/2025</a:t>
            </a:fld>
            <a:endParaRPr lang="es-C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66798-A29B-4FA9-8371-883F162E1980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3079730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DA61E-AC09-4A1A-8EB4-2A505B3BC02B}" type="datetimeFigureOut">
              <a:rPr lang="es-CR" smtClean="0"/>
              <a:t>11/11/2025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66798-A29B-4FA9-8371-883F162E1980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5819486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DA61E-AC09-4A1A-8EB4-2A505B3BC02B}" type="datetimeFigureOut">
              <a:rPr lang="es-CR" smtClean="0"/>
              <a:t>11/11/2025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66798-A29B-4FA9-8371-883F162E1980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209098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R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879DA61E-AC09-4A1A-8EB4-2A505B3BC02B}" type="datetimeFigureOut">
              <a:rPr lang="es-CR" smtClean="0"/>
              <a:t>11/11/2025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366798-A29B-4FA9-8371-883F162E1980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3964128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  <p:sldLayoutId id="2147483780" r:id="rId12"/>
    <p:sldLayoutId id="2147483781" r:id="rId13"/>
    <p:sldLayoutId id="2147483782" r:id="rId14"/>
    <p:sldLayoutId id="2147483783" r:id="rId15"/>
    <p:sldLayoutId id="2147483784" r:id="rId16"/>
    <p:sldLayoutId id="214748378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7.xml"/><Relationship Id="rId3" Type="http://schemas.openxmlformats.org/officeDocument/2006/relationships/image" Target="../media/image2.png"/><Relationship Id="rId7" Type="http://schemas.openxmlformats.org/officeDocument/2006/relationships/diagramData" Target="../diagrams/data7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microsoft.com/office/2007/relationships/diagramDrawing" Target="../diagrams/drawing7.xml"/><Relationship Id="rId5" Type="http://schemas.openxmlformats.org/officeDocument/2006/relationships/image" Target="../media/image4.png"/><Relationship Id="rId10" Type="http://schemas.openxmlformats.org/officeDocument/2006/relationships/diagramColors" Target="../diagrams/colors7.xml"/><Relationship Id="rId4" Type="http://schemas.openxmlformats.org/officeDocument/2006/relationships/image" Target="../media/image3.png"/><Relationship Id="rId9" Type="http://schemas.openxmlformats.org/officeDocument/2006/relationships/diagramQuickStyle" Target="../diagrams/quickStyl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DD3324-8E67-EFE3-75FB-4A3EBB788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1246" y="767351"/>
            <a:ext cx="10159541" cy="1400530"/>
          </a:xfrm>
        </p:spPr>
        <p:txBody>
          <a:bodyPr>
            <a:normAutofit/>
          </a:bodyPr>
          <a:lstStyle/>
          <a:p>
            <a:r>
              <a:rPr lang="es-CR" u="sng"/>
              <a:t>Origen e Historia de la Serie ISO 27000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2C329DE6-4969-0EDA-D30F-6756F40686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7316825"/>
              </p:ext>
            </p:extLst>
          </p:nvPr>
        </p:nvGraphicFramePr>
        <p:xfrm>
          <a:off x="754266" y="2019230"/>
          <a:ext cx="9404352" cy="40467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41306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F312D6-1A8E-75CF-5E3C-0E6C77852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/>
              <a:t>¿</a:t>
            </a:r>
            <a:r>
              <a:rPr lang="es-MX" u="sng"/>
              <a:t>Qué es la norma ISO serie 27000</a:t>
            </a:r>
            <a:r>
              <a:rPr lang="es-MX"/>
              <a:t>?</a:t>
            </a:r>
            <a:br>
              <a:rPr lang="es-CR"/>
            </a:br>
            <a:endParaRPr lang="es-CR"/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F7E32425-E4CD-B07D-0ED6-7D9DE23056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1837977"/>
              </p:ext>
            </p:extLst>
          </p:nvPr>
        </p:nvGraphicFramePr>
        <p:xfrm>
          <a:off x="979100" y="1485759"/>
          <a:ext cx="102338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80442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F20E3A-0FD6-2A58-4E31-B556CF0C6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10903632" cy="1400530"/>
          </a:xfrm>
        </p:spPr>
        <p:txBody>
          <a:bodyPr>
            <a:normAutofit/>
          </a:bodyPr>
          <a:lstStyle/>
          <a:p>
            <a:r>
              <a:rPr lang="es-MX" u="sng"/>
              <a:t>Estructura de la normas ISO serie 27000</a:t>
            </a:r>
            <a:endParaRPr lang="es-CR" u="sng"/>
          </a:p>
        </p:txBody>
      </p:sp>
      <p:graphicFrame>
        <p:nvGraphicFramePr>
          <p:cNvPr id="5" name="Marcador de contenido 4">
            <a:extLst>
              <a:ext uri="{FF2B5EF4-FFF2-40B4-BE49-F238E27FC236}">
                <a16:creationId xmlns:a16="http://schemas.microsoft.com/office/drawing/2014/main" id="{5F022907-FCE9-522D-71C5-F01760575A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3946045"/>
              </p:ext>
            </p:extLst>
          </p:nvPr>
        </p:nvGraphicFramePr>
        <p:xfrm>
          <a:off x="642257" y="1447800"/>
          <a:ext cx="10755085" cy="51053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905">
                  <a:extLst>
                    <a:ext uri="{9D8B030D-6E8A-4147-A177-3AD203B41FA5}">
                      <a16:colId xmlns:a16="http://schemas.microsoft.com/office/drawing/2014/main" val="3652574174"/>
                    </a:ext>
                  </a:extLst>
                </a:gridCol>
                <a:gridCol w="3580696">
                  <a:extLst>
                    <a:ext uri="{9D8B030D-6E8A-4147-A177-3AD203B41FA5}">
                      <a16:colId xmlns:a16="http://schemas.microsoft.com/office/drawing/2014/main" val="128650793"/>
                    </a:ext>
                  </a:extLst>
                </a:gridCol>
                <a:gridCol w="1290420">
                  <a:extLst>
                    <a:ext uri="{9D8B030D-6E8A-4147-A177-3AD203B41FA5}">
                      <a16:colId xmlns:a16="http://schemas.microsoft.com/office/drawing/2014/main" val="749366201"/>
                    </a:ext>
                  </a:extLst>
                </a:gridCol>
                <a:gridCol w="4708064">
                  <a:extLst>
                    <a:ext uri="{9D8B030D-6E8A-4147-A177-3AD203B41FA5}">
                      <a16:colId xmlns:a16="http://schemas.microsoft.com/office/drawing/2014/main" val="518924336"/>
                    </a:ext>
                  </a:extLst>
                </a:gridCol>
              </a:tblGrid>
              <a:tr h="379147">
                <a:tc>
                  <a:txBody>
                    <a:bodyPr/>
                    <a:lstStyle/>
                    <a:p>
                      <a:r>
                        <a:rPr lang="es-CR" sz="1100" b="1"/>
                        <a:t>Norma</a:t>
                      </a:r>
                      <a:endParaRPr lang="es-CR" sz="1100"/>
                    </a:p>
                  </a:txBody>
                  <a:tcPr marL="89076" marR="89076" marT="44538" marB="44538" anchor="ctr"/>
                </a:tc>
                <a:tc>
                  <a:txBody>
                    <a:bodyPr/>
                    <a:lstStyle/>
                    <a:p>
                      <a:r>
                        <a:rPr lang="es-CR" sz="1100" b="1"/>
                        <a:t>Contenido</a:t>
                      </a:r>
                      <a:endParaRPr lang="es-CR" sz="1100"/>
                    </a:p>
                  </a:txBody>
                  <a:tcPr marL="89076" marR="89076" marT="44538" marB="44538" anchor="ctr"/>
                </a:tc>
                <a:tc>
                  <a:txBody>
                    <a:bodyPr/>
                    <a:lstStyle/>
                    <a:p>
                      <a:r>
                        <a:rPr lang="es-CR" sz="1100" b="1"/>
                        <a:t>Certificable</a:t>
                      </a:r>
                      <a:endParaRPr lang="es-CR" sz="1100"/>
                    </a:p>
                  </a:txBody>
                  <a:tcPr marL="89076" marR="89076" marT="44538" marB="44538" anchor="ctr"/>
                </a:tc>
                <a:tc>
                  <a:txBody>
                    <a:bodyPr/>
                    <a:lstStyle/>
                    <a:p>
                      <a:r>
                        <a:rPr lang="es-CR" sz="1100" b="1"/>
                        <a:t>Aplicación</a:t>
                      </a:r>
                      <a:endParaRPr lang="es-CR" sz="1100"/>
                    </a:p>
                  </a:txBody>
                  <a:tcPr marL="89076" marR="89076" marT="44538" marB="44538" anchor="ctr"/>
                </a:tc>
                <a:extLst>
                  <a:ext uri="{0D108BD9-81ED-4DB2-BD59-A6C34878D82A}">
                    <a16:rowId xmlns:a16="http://schemas.microsoft.com/office/drawing/2014/main" val="3302564041"/>
                  </a:ext>
                </a:extLst>
              </a:tr>
              <a:tr h="598135">
                <a:tc>
                  <a:txBody>
                    <a:bodyPr/>
                    <a:lstStyle/>
                    <a:p>
                      <a:r>
                        <a:rPr lang="es-CR" sz="1100" b="1"/>
                        <a:t>ISO 27000</a:t>
                      </a:r>
                      <a:endParaRPr lang="es-CR" sz="1100"/>
                    </a:p>
                  </a:txBody>
                  <a:tcPr marL="89076" marR="89076" marT="44538" marB="44538" anchor="ctr"/>
                </a:tc>
                <a:tc>
                  <a:txBody>
                    <a:bodyPr/>
                    <a:lstStyle/>
                    <a:p>
                      <a:r>
                        <a:rPr lang="es-CR" sz="1100"/>
                        <a:t>Conceptos y terminología</a:t>
                      </a:r>
                    </a:p>
                  </a:txBody>
                  <a:tcPr marL="89076" marR="89076" marT="44538" marB="4453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R" sz="1000"/>
                        <a:t>❌</a:t>
                      </a:r>
                    </a:p>
                  </a:txBody>
                  <a:tcPr marL="89076" marR="89076" marT="44538" marB="44538" anchor="ctr"/>
                </a:tc>
                <a:tc>
                  <a:txBody>
                    <a:bodyPr/>
                    <a:lstStyle/>
                    <a:p>
                      <a:r>
                        <a:rPr lang="es-MX" sz="1100"/>
                        <a:t>Marco conceptual común para todas las normas de la serie.</a:t>
                      </a:r>
                    </a:p>
                  </a:txBody>
                  <a:tcPr marL="89076" marR="89076" marT="44538" marB="44538" anchor="ctr"/>
                </a:tc>
                <a:extLst>
                  <a:ext uri="{0D108BD9-81ED-4DB2-BD59-A6C34878D82A}">
                    <a16:rowId xmlns:a16="http://schemas.microsoft.com/office/drawing/2014/main" val="3218805536"/>
                  </a:ext>
                </a:extLst>
              </a:tr>
              <a:tr h="598135">
                <a:tc>
                  <a:txBody>
                    <a:bodyPr/>
                    <a:lstStyle/>
                    <a:p>
                      <a:r>
                        <a:rPr lang="es-CR" sz="1100" b="1"/>
                        <a:t>ISO 27001</a:t>
                      </a:r>
                      <a:endParaRPr lang="es-CR" sz="1100"/>
                    </a:p>
                  </a:txBody>
                  <a:tcPr marL="89076" marR="89076" marT="44538" marB="44538" anchor="ctr"/>
                </a:tc>
                <a:tc>
                  <a:txBody>
                    <a:bodyPr/>
                    <a:lstStyle/>
                    <a:p>
                      <a:r>
                        <a:rPr lang="es-CR" sz="1100"/>
                        <a:t>Requisitos del SGSI</a:t>
                      </a:r>
                    </a:p>
                  </a:txBody>
                  <a:tcPr marL="89076" marR="89076" marT="44538" marB="4453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R" sz="1000"/>
                        <a:t>✅</a:t>
                      </a:r>
                    </a:p>
                  </a:txBody>
                  <a:tcPr marL="89076" marR="89076" marT="44538" marB="44538" anchor="ctr"/>
                </a:tc>
                <a:tc>
                  <a:txBody>
                    <a:bodyPr/>
                    <a:lstStyle/>
                    <a:p>
                      <a:r>
                        <a:rPr lang="es-MX" sz="1100"/>
                        <a:t>Base para la certificación de organizaciones en seguridad de la información.</a:t>
                      </a:r>
                    </a:p>
                  </a:txBody>
                  <a:tcPr marL="89076" marR="89076" marT="44538" marB="44538" anchor="ctr"/>
                </a:tc>
                <a:extLst>
                  <a:ext uri="{0D108BD9-81ED-4DB2-BD59-A6C34878D82A}">
                    <a16:rowId xmlns:a16="http://schemas.microsoft.com/office/drawing/2014/main" val="1733136415"/>
                  </a:ext>
                </a:extLst>
              </a:tr>
              <a:tr h="598135">
                <a:tc>
                  <a:txBody>
                    <a:bodyPr/>
                    <a:lstStyle/>
                    <a:p>
                      <a:r>
                        <a:rPr lang="es-CR" sz="1100" b="1"/>
                        <a:t>ISO 27002</a:t>
                      </a:r>
                      <a:endParaRPr lang="es-CR" sz="1100"/>
                    </a:p>
                  </a:txBody>
                  <a:tcPr marL="89076" marR="89076" marT="44538" marB="44538" anchor="ctr"/>
                </a:tc>
                <a:tc>
                  <a:txBody>
                    <a:bodyPr/>
                    <a:lstStyle/>
                    <a:p>
                      <a:r>
                        <a:rPr lang="es-CR" sz="1100"/>
                        <a:t>Código de buenas prácticas</a:t>
                      </a:r>
                    </a:p>
                  </a:txBody>
                  <a:tcPr marL="89076" marR="89076" marT="44538" marB="4453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R" sz="1000"/>
                        <a:t>❌</a:t>
                      </a:r>
                    </a:p>
                  </a:txBody>
                  <a:tcPr marL="89076" marR="89076" marT="44538" marB="44538" anchor="ctr"/>
                </a:tc>
                <a:tc>
                  <a:txBody>
                    <a:bodyPr/>
                    <a:lstStyle/>
                    <a:p>
                      <a:r>
                        <a:rPr lang="es-MX" sz="1100"/>
                        <a:t>Apoyo a ISO 27001, guía detallada para implementación de controles.</a:t>
                      </a:r>
                    </a:p>
                  </a:txBody>
                  <a:tcPr marL="89076" marR="89076" marT="44538" marB="44538" anchor="ctr"/>
                </a:tc>
                <a:extLst>
                  <a:ext uri="{0D108BD9-81ED-4DB2-BD59-A6C34878D82A}">
                    <a16:rowId xmlns:a16="http://schemas.microsoft.com/office/drawing/2014/main" val="3129318438"/>
                  </a:ext>
                </a:extLst>
              </a:tr>
              <a:tr h="379147">
                <a:tc>
                  <a:txBody>
                    <a:bodyPr/>
                    <a:lstStyle/>
                    <a:p>
                      <a:r>
                        <a:rPr lang="es-CR" sz="1100" b="1"/>
                        <a:t>ISO 27003</a:t>
                      </a:r>
                      <a:endParaRPr lang="es-CR" sz="1100"/>
                    </a:p>
                  </a:txBody>
                  <a:tcPr marL="89076" marR="89076" marT="44538" marB="44538" anchor="ctr"/>
                </a:tc>
                <a:tc>
                  <a:txBody>
                    <a:bodyPr/>
                    <a:lstStyle/>
                    <a:p>
                      <a:r>
                        <a:rPr lang="es-MX" sz="1100"/>
                        <a:t>Guía para la implementación del SGSI</a:t>
                      </a:r>
                    </a:p>
                  </a:txBody>
                  <a:tcPr marL="89076" marR="89076" marT="44538" marB="4453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R" sz="1000"/>
                        <a:t>❌</a:t>
                      </a:r>
                    </a:p>
                  </a:txBody>
                  <a:tcPr marL="89076" marR="89076" marT="44538" marB="44538" anchor="ctr"/>
                </a:tc>
                <a:tc>
                  <a:txBody>
                    <a:bodyPr/>
                    <a:lstStyle/>
                    <a:p>
                      <a:r>
                        <a:rPr lang="es-MX" sz="1100"/>
                        <a:t>Ayuda práctica para implementar ISO 27001.</a:t>
                      </a:r>
                    </a:p>
                  </a:txBody>
                  <a:tcPr marL="89076" marR="89076" marT="44538" marB="44538" anchor="ctr"/>
                </a:tc>
                <a:extLst>
                  <a:ext uri="{0D108BD9-81ED-4DB2-BD59-A6C34878D82A}">
                    <a16:rowId xmlns:a16="http://schemas.microsoft.com/office/drawing/2014/main" val="1555556694"/>
                  </a:ext>
                </a:extLst>
              </a:tr>
              <a:tr h="379147">
                <a:tc>
                  <a:txBody>
                    <a:bodyPr/>
                    <a:lstStyle/>
                    <a:p>
                      <a:r>
                        <a:rPr lang="es-CR" sz="1100" b="1"/>
                        <a:t>ISO 27004</a:t>
                      </a:r>
                      <a:endParaRPr lang="es-CR" sz="1100"/>
                    </a:p>
                  </a:txBody>
                  <a:tcPr marL="89076" marR="89076" marT="44538" marB="44538" anchor="ctr"/>
                </a:tc>
                <a:tc>
                  <a:txBody>
                    <a:bodyPr/>
                    <a:lstStyle/>
                    <a:p>
                      <a:r>
                        <a:rPr lang="es-MX" sz="1100"/>
                        <a:t>Medición de la eficacia del SGSI</a:t>
                      </a:r>
                    </a:p>
                  </a:txBody>
                  <a:tcPr marL="89076" marR="89076" marT="44538" marB="4453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R" sz="1000"/>
                        <a:t>❌</a:t>
                      </a:r>
                    </a:p>
                  </a:txBody>
                  <a:tcPr marL="89076" marR="89076" marT="44538" marB="44538" anchor="ctr"/>
                </a:tc>
                <a:tc>
                  <a:txBody>
                    <a:bodyPr/>
                    <a:lstStyle/>
                    <a:p>
                      <a:r>
                        <a:rPr lang="es-MX" sz="1100"/>
                        <a:t>Seguimiento y mejora continua del SGSI.</a:t>
                      </a:r>
                    </a:p>
                  </a:txBody>
                  <a:tcPr marL="89076" marR="89076" marT="44538" marB="44538" anchor="ctr"/>
                </a:tc>
                <a:extLst>
                  <a:ext uri="{0D108BD9-81ED-4DB2-BD59-A6C34878D82A}">
                    <a16:rowId xmlns:a16="http://schemas.microsoft.com/office/drawing/2014/main" val="1764912837"/>
                  </a:ext>
                </a:extLst>
              </a:tr>
              <a:tr h="598135">
                <a:tc>
                  <a:txBody>
                    <a:bodyPr/>
                    <a:lstStyle/>
                    <a:p>
                      <a:r>
                        <a:rPr lang="es-CR" sz="1100" b="1"/>
                        <a:t>ISO 27005</a:t>
                      </a:r>
                      <a:endParaRPr lang="es-CR" sz="1100"/>
                    </a:p>
                  </a:txBody>
                  <a:tcPr marL="89076" marR="89076" marT="44538" marB="44538" anchor="ctr"/>
                </a:tc>
                <a:tc>
                  <a:txBody>
                    <a:bodyPr/>
                    <a:lstStyle/>
                    <a:p>
                      <a:r>
                        <a:rPr lang="es-MX" sz="1100"/>
                        <a:t>Gestión del riesgo en seguridad de la información</a:t>
                      </a:r>
                    </a:p>
                  </a:txBody>
                  <a:tcPr marL="89076" marR="89076" marT="44538" marB="4453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R" sz="1000"/>
                        <a:t>❌</a:t>
                      </a:r>
                    </a:p>
                  </a:txBody>
                  <a:tcPr marL="89076" marR="89076" marT="44538" marB="44538" anchor="ctr"/>
                </a:tc>
                <a:tc>
                  <a:txBody>
                    <a:bodyPr/>
                    <a:lstStyle/>
                    <a:p>
                      <a:r>
                        <a:rPr lang="es-MX" sz="1100"/>
                        <a:t>Base para la toma de decisiones basada en riesgo.</a:t>
                      </a:r>
                    </a:p>
                  </a:txBody>
                  <a:tcPr marL="89076" marR="89076" marT="44538" marB="44538" anchor="ctr"/>
                </a:tc>
                <a:extLst>
                  <a:ext uri="{0D108BD9-81ED-4DB2-BD59-A6C34878D82A}">
                    <a16:rowId xmlns:a16="http://schemas.microsoft.com/office/drawing/2014/main" val="3400867919"/>
                  </a:ext>
                </a:extLst>
              </a:tr>
              <a:tr h="598135">
                <a:tc>
                  <a:txBody>
                    <a:bodyPr/>
                    <a:lstStyle/>
                    <a:p>
                      <a:r>
                        <a:rPr lang="es-CR" sz="1100" b="1"/>
                        <a:t>ISO 27006</a:t>
                      </a:r>
                      <a:endParaRPr lang="es-CR" sz="1100"/>
                    </a:p>
                  </a:txBody>
                  <a:tcPr marL="89076" marR="89076" marT="44538" marB="44538" anchor="ctr"/>
                </a:tc>
                <a:tc>
                  <a:txBody>
                    <a:bodyPr/>
                    <a:lstStyle/>
                    <a:p>
                      <a:r>
                        <a:rPr lang="es-CR" sz="1100"/>
                        <a:t>Requisitos para organismos que certifican SGSI</a:t>
                      </a:r>
                    </a:p>
                  </a:txBody>
                  <a:tcPr marL="89076" marR="89076" marT="44538" marB="4453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R" sz="1000"/>
                        <a:t>❌</a:t>
                      </a:r>
                    </a:p>
                  </a:txBody>
                  <a:tcPr marL="89076" marR="89076" marT="44538" marB="44538" anchor="ctr"/>
                </a:tc>
                <a:tc>
                  <a:txBody>
                    <a:bodyPr/>
                    <a:lstStyle/>
                    <a:p>
                      <a:r>
                        <a:rPr lang="es-MX" sz="1100"/>
                        <a:t>Asegura la competencia de certificadores.</a:t>
                      </a:r>
                    </a:p>
                  </a:txBody>
                  <a:tcPr marL="89076" marR="89076" marT="44538" marB="44538" anchor="ctr"/>
                </a:tc>
                <a:extLst>
                  <a:ext uri="{0D108BD9-81ED-4DB2-BD59-A6C34878D82A}">
                    <a16:rowId xmlns:a16="http://schemas.microsoft.com/office/drawing/2014/main" val="912969170"/>
                  </a:ext>
                </a:extLst>
              </a:tr>
              <a:tr h="379147">
                <a:tc>
                  <a:txBody>
                    <a:bodyPr/>
                    <a:lstStyle/>
                    <a:p>
                      <a:r>
                        <a:rPr lang="es-CR" sz="1100" b="1"/>
                        <a:t>ISO 27007</a:t>
                      </a:r>
                      <a:endParaRPr lang="es-CR" sz="1100"/>
                    </a:p>
                  </a:txBody>
                  <a:tcPr marL="89076" marR="89076" marT="44538" marB="44538" anchor="ctr"/>
                </a:tc>
                <a:tc>
                  <a:txBody>
                    <a:bodyPr/>
                    <a:lstStyle/>
                    <a:p>
                      <a:r>
                        <a:rPr lang="es-MX" sz="1100"/>
                        <a:t>Guía para auditoría del SGSI</a:t>
                      </a:r>
                    </a:p>
                  </a:txBody>
                  <a:tcPr marL="89076" marR="89076" marT="44538" marB="4453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R" sz="1000"/>
                        <a:t>❌</a:t>
                      </a:r>
                    </a:p>
                  </a:txBody>
                  <a:tcPr marL="89076" marR="89076" marT="44538" marB="44538" anchor="ctr"/>
                </a:tc>
                <a:tc>
                  <a:txBody>
                    <a:bodyPr/>
                    <a:lstStyle/>
                    <a:p>
                      <a:r>
                        <a:rPr lang="es-MX" sz="1100"/>
                        <a:t>Mejora y verificación del cumplimiento del SGSI.</a:t>
                      </a:r>
                    </a:p>
                  </a:txBody>
                  <a:tcPr marL="89076" marR="89076" marT="44538" marB="44538" anchor="ctr"/>
                </a:tc>
                <a:extLst>
                  <a:ext uri="{0D108BD9-81ED-4DB2-BD59-A6C34878D82A}">
                    <a16:rowId xmlns:a16="http://schemas.microsoft.com/office/drawing/2014/main" val="3522908736"/>
                  </a:ext>
                </a:extLst>
              </a:tr>
              <a:tr h="598135">
                <a:tc>
                  <a:txBody>
                    <a:bodyPr/>
                    <a:lstStyle/>
                    <a:p>
                      <a:r>
                        <a:rPr lang="es-CR" sz="1100" b="1"/>
                        <a:t>ISO 27008</a:t>
                      </a:r>
                      <a:endParaRPr lang="es-CR" sz="1100"/>
                    </a:p>
                  </a:txBody>
                  <a:tcPr marL="89076" marR="89076" marT="44538" marB="44538" anchor="ctr"/>
                </a:tc>
                <a:tc>
                  <a:txBody>
                    <a:bodyPr/>
                    <a:lstStyle/>
                    <a:p>
                      <a:r>
                        <a:rPr lang="es-MX" sz="1100"/>
                        <a:t>Guía para auditores en evaluación de controles</a:t>
                      </a:r>
                    </a:p>
                  </a:txBody>
                  <a:tcPr marL="89076" marR="89076" marT="44538" marB="4453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R" sz="1000"/>
                        <a:t>❌</a:t>
                      </a:r>
                    </a:p>
                  </a:txBody>
                  <a:tcPr marL="89076" marR="89076" marT="44538" marB="44538" anchor="ctr"/>
                </a:tc>
                <a:tc>
                  <a:txBody>
                    <a:bodyPr/>
                    <a:lstStyle/>
                    <a:p>
                      <a:r>
                        <a:rPr lang="es-CR" sz="1100"/>
                        <a:t>Enfoque técnico para revisar medidas de seguridad.</a:t>
                      </a:r>
                    </a:p>
                  </a:txBody>
                  <a:tcPr marL="89076" marR="89076" marT="44538" marB="44538" anchor="ctr"/>
                </a:tc>
                <a:extLst>
                  <a:ext uri="{0D108BD9-81ED-4DB2-BD59-A6C34878D82A}">
                    <a16:rowId xmlns:a16="http://schemas.microsoft.com/office/drawing/2014/main" val="24728157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9696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4EC85D-6F84-7664-5D3B-EFC4D9977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187" y="665805"/>
            <a:ext cx="10934348" cy="1325563"/>
          </a:xfrm>
        </p:spPr>
        <p:txBody>
          <a:bodyPr>
            <a:normAutofit fontScale="90000"/>
          </a:bodyPr>
          <a:lstStyle/>
          <a:p>
            <a:r>
              <a:rPr lang="es-MX" sz="6000" u="sng"/>
              <a:t>Dominios de la norma ISO 27001</a:t>
            </a:r>
            <a:endParaRPr lang="es-CR" sz="6000" u="sng"/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387D720B-2ACC-4FC7-4158-57B6E01403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5180243"/>
              </p:ext>
            </p:extLst>
          </p:nvPr>
        </p:nvGraphicFramePr>
        <p:xfrm>
          <a:off x="1120000" y="2348139"/>
          <a:ext cx="10233800" cy="45098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755493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BD9026-C746-076A-51FC-123D0F373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u="sng"/>
              <a:t>Dominios de la norma ISO 27002</a:t>
            </a:r>
            <a:endParaRPr lang="es-CR" u="sng"/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F8DAFD47-FE4A-3084-0ADB-9E6E94E1213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03313" y="2052638"/>
          <a:ext cx="8947150" cy="41957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45570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AF5F8F-73A4-60BA-2695-DE5C0DA24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</p:spPr>
        <p:txBody>
          <a:bodyPr>
            <a:normAutofit/>
          </a:bodyPr>
          <a:lstStyle/>
          <a:p>
            <a:r>
              <a:rPr lang="es-MX" u="sng"/>
              <a:t>ISO 27001 - Requisitos para un SGSI</a:t>
            </a:r>
            <a:endParaRPr lang="es-CR" u="sng"/>
          </a:p>
        </p:txBody>
      </p:sp>
      <p:graphicFrame>
        <p:nvGraphicFramePr>
          <p:cNvPr id="8" name="Rectangle 1">
            <a:extLst>
              <a:ext uri="{FF2B5EF4-FFF2-40B4-BE49-F238E27FC236}">
                <a16:creationId xmlns:a16="http://schemas.microsoft.com/office/drawing/2014/main" id="{7D65AE87-C4DC-5417-3FC4-2F5A8239B7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0030760"/>
              </p:ext>
            </p:extLst>
          </p:nvPr>
        </p:nvGraphicFramePr>
        <p:xfrm>
          <a:off x="646111" y="2237362"/>
          <a:ext cx="9404352" cy="40467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04456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F0333A8-4410-C0A5-3E92-A44B0CEFA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CR" sz="3600" u="sng">
                <a:solidFill>
                  <a:srgbClr val="EBEBEB"/>
                </a:solidFill>
              </a:rPr>
              <a:t>ISO 27002 - Código de buenas prácticas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R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s-CR"/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46BF1134-4124-1D19-700D-A8F1513D14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7190666"/>
              </p:ext>
            </p:extLst>
          </p:nvPr>
        </p:nvGraphicFramePr>
        <p:xfrm>
          <a:off x="648930" y="2810256"/>
          <a:ext cx="10895370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094323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5B89E5C5-A037-45B3-9D37-3658914D4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ACB93B0-521E-443D-9750-AFCFDDB3E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DA1DAC79-DDBA-4382-9D43-6E5F685BE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5878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R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0880F10-995F-4F01-A83B-7ECDB7BE7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2D49266-1F08-40F2-B0E1-1D919DCB5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6AACA73D-178F-4CFC-99E3-9F4FCBBDB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B0A5210-2F29-4D85-A400-9C79B13FC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0611BBE-2B4A-4DA2-B8A9-CD877B8762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 w="222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1091950-5655-45D2-858E-FE8CBE07C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R"/>
          </a:p>
        </p:txBody>
      </p:sp>
      <p:graphicFrame>
        <p:nvGraphicFramePr>
          <p:cNvPr id="7" name="Marcador de contenido 2">
            <a:extLst>
              <a:ext uri="{FF2B5EF4-FFF2-40B4-BE49-F238E27FC236}">
                <a16:creationId xmlns:a16="http://schemas.microsoft.com/office/drawing/2014/main" id="{701E608B-DD80-A522-F615-17B1AC332F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4378827"/>
              </p:ext>
            </p:extLst>
          </p:nvPr>
        </p:nvGraphicFramePr>
        <p:xfrm>
          <a:off x="329377" y="757364"/>
          <a:ext cx="11533246" cy="56205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4" name="Título 1">
            <a:extLst>
              <a:ext uri="{FF2B5EF4-FFF2-40B4-BE49-F238E27FC236}">
                <a16:creationId xmlns:a16="http://schemas.microsoft.com/office/drawing/2014/main" id="{148F9863-6842-4E54-BA2A-782806E782AD}"/>
              </a:ext>
            </a:extLst>
          </p:cNvPr>
          <p:cNvSpPr txBox="1">
            <a:spLocks/>
          </p:cNvSpPr>
          <p:nvPr/>
        </p:nvSpPr>
        <p:spPr>
          <a:xfrm>
            <a:off x="853205" y="347294"/>
            <a:ext cx="9163556" cy="820140"/>
          </a:xfrm>
          <a:prstGeom prst="rect">
            <a:avLst/>
          </a:prstGeom>
        </p:spPr>
        <p:txBody>
          <a:bodyPr vert="horz" wrap="none" lIns="91440" tIns="45720" rIns="91440" bIns="45720" rtlCol="0" anchor="t">
            <a:normAutofit lnSpcReduction="10000"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9600" b="0" kern="120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600"/>
              </a:spcAft>
            </a:pPr>
            <a:r>
              <a:rPr lang="es-CR" sz="5600" u="sng">
                <a:latin typeface="Amasis MT Pro Black" panose="02040A04050005020304" pitchFamily="18" charset="0"/>
              </a:rPr>
              <a:t>Normas ISO</a:t>
            </a:r>
          </a:p>
        </p:txBody>
      </p:sp>
    </p:spTree>
    <p:extLst>
      <p:ext uri="{BB962C8B-B14F-4D97-AF65-F5344CB8AC3E}">
        <p14:creationId xmlns:p14="http://schemas.microsoft.com/office/powerpoint/2010/main" val="51347897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TM02836342[[fn=Ion]]</Template>
  <TotalTime>0</TotalTime>
  <Words>401</Words>
  <Application>Microsoft Office PowerPoint</Application>
  <PresentationFormat>Panorámica</PresentationFormat>
  <Paragraphs>75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4" baseType="lpstr">
      <vt:lpstr>Amasis MT Pro Black</vt:lpstr>
      <vt:lpstr>Arial</vt:lpstr>
      <vt:lpstr>Century Gothic</vt:lpstr>
      <vt:lpstr>Corbel</vt:lpstr>
      <vt:lpstr>Wingdings 3</vt:lpstr>
      <vt:lpstr>Ion</vt:lpstr>
      <vt:lpstr>Origen e Historia de la Serie ISO 27000</vt:lpstr>
      <vt:lpstr>¿Qué es la norma ISO serie 27000? </vt:lpstr>
      <vt:lpstr>Estructura de la normas ISO serie 27000</vt:lpstr>
      <vt:lpstr>Dominios de la norma ISO 27001</vt:lpstr>
      <vt:lpstr>Dominios de la norma ISO 27002</vt:lpstr>
      <vt:lpstr>ISO 27001 - Requisitos para un SGSI</vt:lpstr>
      <vt:lpstr>ISO 27002 - Código de buenas prácticas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Origen e Historia de la Serie ISO 27000</dc:title>
  <dc:creator>Usuario 365</dc:creator>
  <cp:lastModifiedBy>Moises Valverde Díaz</cp:lastModifiedBy>
  <cp:revision>1</cp:revision>
  <dcterms:created xsi:type="dcterms:W3CDTF">2025-06-22T02:00:06Z</dcterms:created>
  <dcterms:modified xsi:type="dcterms:W3CDTF">2025-11-11T19:23:39Z</dcterms:modified>
</cp:coreProperties>
</file>