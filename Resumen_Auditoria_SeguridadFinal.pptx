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ises Valverde Díaz" userId="85087a792721c8d9" providerId="LiveId" clId="{E144AB55-80AD-4CD5-81A6-9F52158F6984}"/>
    <pc:docChg chg="delSld">
      <pc:chgData name="Moises Valverde Díaz" userId="85087a792721c8d9" providerId="LiveId" clId="{E144AB55-80AD-4CD5-81A6-9F52158F6984}" dt="2025-11-11T19:25:01.235" v="0" actId="47"/>
      <pc:docMkLst>
        <pc:docMk/>
      </pc:docMkLst>
      <pc:sldChg chg="del">
        <pc:chgData name="Moises Valverde Díaz" userId="85087a792721c8d9" providerId="LiveId" clId="{E144AB55-80AD-4CD5-81A6-9F52158F6984}" dt="2025-11-11T19:25:01.235" v="0" actId="47"/>
        <pc:sldMkLst>
          <pc:docMk/>
          <pc:sldMk cId="0" sldId="256"/>
        </pc:sldMkLst>
      </pc:sldChg>
    </pc:docChg>
  </pc:docChgLst>
  <pc:docChgLst>
    <pc:chgData name="Marco Salas Robles" userId="a7c5ad3c-896b-4a09-8b51-e5eed1293ca0" providerId="ADAL" clId="{8C2055AB-A16E-4685-8373-C0D0D364DCBB}"/>
    <pc:docChg chg="undo custSel modSld">
      <pc:chgData name="Marco Salas Robles" userId="a7c5ad3c-896b-4a09-8b51-e5eed1293ca0" providerId="ADAL" clId="{8C2055AB-A16E-4685-8373-C0D0D364DCBB}" dt="2025-11-09T20:19:12.688" v="49" actId="27636"/>
      <pc:docMkLst>
        <pc:docMk/>
      </pc:docMkLst>
      <pc:sldChg chg="addSp modSp mod setBg addAnim">
        <pc:chgData name="Marco Salas Robles" userId="a7c5ad3c-896b-4a09-8b51-e5eed1293ca0" providerId="ADAL" clId="{8C2055AB-A16E-4685-8373-C0D0D364DCBB}" dt="2025-11-09T20:06:36.439" v="35"/>
        <pc:sldMkLst>
          <pc:docMk/>
          <pc:sldMk cId="0" sldId="256"/>
        </pc:sldMkLst>
        <pc:spChg chg="mod">
          <ac:chgData name="Marco Salas Robles" userId="a7c5ad3c-896b-4a09-8b51-e5eed1293ca0" providerId="ADAL" clId="{8C2055AB-A16E-4685-8373-C0D0D364DCBB}" dt="2025-11-09T20:06:36.438" v="32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rco Salas Robles" userId="a7c5ad3c-896b-4a09-8b51-e5eed1293ca0" providerId="ADAL" clId="{8C2055AB-A16E-4685-8373-C0D0D364DCBB}" dt="2025-11-09T20:06:36.438" v="32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Marco Salas Robles" userId="a7c5ad3c-896b-4a09-8b51-e5eed1293ca0" providerId="ADAL" clId="{8C2055AB-A16E-4685-8373-C0D0D364DCBB}" dt="2025-11-09T20:06:36.438" v="32" actId="26606"/>
          <ac:spMkLst>
            <pc:docMk/>
            <pc:sldMk cId="0" sldId="256"/>
            <ac:spMk id="10" creationId="{A3363022-C969-41E9-8EB2-E4C94908C1FA}"/>
          </ac:spMkLst>
        </pc:spChg>
        <pc:spChg chg="add">
          <ac:chgData name="Marco Salas Robles" userId="a7c5ad3c-896b-4a09-8b51-e5eed1293ca0" providerId="ADAL" clId="{8C2055AB-A16E-4685-8373-C0D0D364DCBB}" dt="2025-11-09T20:06:36.438" v="32" actId="26606"/>
          <ac:spMkLst>
            <pc:docMk/>
            <pc:sldMk cId="0" sldId="256"/>
            <ac:spMk id="12" creationId="{8D1AD6B3-BE88-4CEB-BA17-790657CC4729}"/>
          </ac:spMkLst>
        </pc:spChg>
        <pc:grpChg chg="add">
          <ac:chgData name="Marco Salas Robles" userId="a7c5ad3c-896b-4a09-8b51-e5eed1293ca0" providerId="ADAL" clId="{8C2055AB-A16E-4685-8373-C0D0D364DCBB}" dt="2025-11-09T20:06:36.438" v="32" actId="26606"/>
          <ac:grpSpMkLst>
            <pc:docMk/>
            <pc:sldMk cId="0" sldId="256"/>
            <ac:grpSpMk id="14" creationId="{89D1390B-7E13-4B4F-9CB2-391063412E54}"/>
          </ac:grpSpMkLst>
        </pc:grpChg>
        <pc:picChg chg="add">
          <ac:chgData name="Marco Salas Robles" userId="a7c5ad3c-896b-4a09-8b51-e5eed1293ca0" providerId="ADAL" clId="{8C2055AB-A16E-4685-8373-C0D0D364DCBB}" dt="2025-11-09T20:06:36.438" v="32" actId="26606"/>
          <ac:picMkLst>
            <pc:docMk/>
            <pc:sldMk cId="0" sldId="256"/>
            <ac:picMk id="7" creationId="{C552AE34-CBFD-4D95-6936-2F6FE4ABEED0}"/>
          </ac:picMkLst>
        </pc:picChg>
      </pc:sldChg>
      <pc:sldChg chg="addSp delSp modSp mod setBg">
        <pc:chgData name="Marco Salas Robles" userId="a7c5ad3c-896b-4a09-8b51-e5eed1293ca0" providerId="ADAL" clId="{8C2055AB-A16E-4685-8373-C0D0D364DCBB}" dt="2025-11-09T20:07:08.208" v="36" actId="26606"/>
        <pc:sldMkLst>
          <pc:docMk/>
          <pc:sldMk cId="0" sldId="257"/>
        </pc:sldMkLst>
        <pc:spChg chg="mod">
          <ac:chgData name="Marco Salas Robles" userId="a7c5ad3c-896b-4a09-8b51-e5eed1293ca0" providerId="ADAL" clId="{8C2055AB-A16E-4685-8373-C0D0D364DCBB}" dt="2025-11-09T20:07:08.208" v="36" actId="26606"/>
          <ac:spMkLst>
            <pc:docMk/>
            <pc:sldMk cId="0" sldId="257"/>
            <ac:spMk id="2" creationId="{00000000-0000-0000-0000-000000000000}"/>
          </ac:spMkLst>
        </pc:spChg>
        <pc:spChg chg="del">
          <ac:chgData name="Marco Salas Robles" userId="a7c5ad3c-896b-4a09-8b51-e5eed1293ca0" providerId="ADAL" clId="{8C2055AB-A16E-4685-8373-C0D0D364DCBB}" dt="2025-11-09T20:07:08.208" v="36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Marco Salas Robles" userId="a7c5ad3c-896b-4a09-8b51-e5eed1293ca0" providerId="ADAL" clId="{8C2055AB-A16E-4685-8373-C0D0D364DCBB}" dt="2025-11-09T20:07:08.208" v="36" actId="26606"/>
          <ac:spMkLst>
            <pc:docMk/>
            <pc:sldMk cId="0" sldId="257"/>
            <ac:spMk id="9" creationId="{56E9B3E6-E277-4D68-BA48-9CB43FFBD6E2}"/>
          </ac:spMkLst>
        </pc:spChg>
        <pc:spChg chg="add">
          <ac:chgData name="Marco Salas Robles" userId="a7c5ad3c-896b-4a09-8b51-e5eed1293ca0" providerId="ADAL" clId="{8C2055AB-A16E-4685-8373-C0D0D364DCBB}" dt="2025-11-09T20:07:08.208" v="36" actId="26606"/>
          <ac:spMkLst>
            <pc:docMk/>
            <pc:sldMk cId="0" sldId="257"/>
            <ac:spMk id="16" creationId="{D5B0017B-2ECA-49AF-B397-DC140825DF8D}"/>
          </ac:spMkLst>
        </pc:spChg>
        <pc:grpChg chg="add">
          <ac:chgData name="Marco Salas Robles" userId="a7c5ad3c-896b-4a09-8b51-e5eed1293ca0" providerId="ADAL" clId="{8C2055AB-A16E-4685-8373-C0D0D364DCBB}" dt="2025-11-09T20:07:08.208" v="36" actId="26606"/>
          <ac:grpSpMkLst>
            <pc:docMk/>
            <pc:sldMk cId="0" sldId="257"/>
            <ac:grpSpMk id="11" creationId="{AE1C45F0-260A-458C-96ED-C1F6D2151219}"/>
          </ac:grpSpMkLst>
        </pc:grpChg>
        <pc:graphicFrameChg chg="add">
          <ac:chgData name="Marco Salas Robles" userId="a7c5ad3c-896b-4a09-8b51-e5eed1293ca0" providerId="ADAL" clId="{8C2055AB-A16E-4685-8373-C0D0D364DCBB}" dt="2025-11-09T20:07:08.208" v="36" actId="26606"/>
          <ac:graphicFrameMkLst>
            <pc:docMk/>
            <pc:sldMk cId="0" sldId="257"/>
            <ac:graphicFrameMk id="5" creationId="{1F91F83D-1B05-E883-CACD-902C606CA596}"/>
          </ac:graphicFrameMkLst>
        </pc:graphicFrameChg>
        <pc:cxnChg chg="add">
          <ac:chgData name="Marco Salas Robles" userId="a7c5ad3c-896b-4a09-8b51-e5eed1293ca0" providerId="ADAL" clId="{8C2055AB-A16E-4685-8373-C0D0D364DCBB}" dt="2025-11-09T20:07:08.208" v="36" actId="26606"/>
          <ac:cxnSpMkLst>
            <pc:docMk/>
            <pc:sldMk cId="0" sldId="257"/>
            <ac:cxnSpMk id="18" creationId="{6CF1BAF6-AD41-4082-B212-8A1F9A2E8779}"/>
          </ac:cxnSpMkLst>
        </pc:cxnChg>
      </pc:sldChg>
      <pc:sldChg chg="addSp delSp mod">
        <pc:chgData name="Marco Salas Robles" userId="a7c5ad3c-896b-4a09-8b51-e5eed1293ca0" providerId="ADAL" clId="{8C2055AB-A16E-4685-8373-C0D0D364DCBB}" dt="2025-11-09T20:07:27.986" v="37" actId="26606"/>
        <pc:sldMkLst>
          <pc:docMk/>
          <pc:sldMk cId="0" sldId="258"/>
        </pc:sldMkLst>
        <pc:spChg chg="del">
          <ac:chgData name="Marco Salas Robles" userId="a7c5ad3c-896b-4a09-8b51-e5eed1293ca0" providerId="ADAL" clId="{8C2055AB-A16E-4685-8373-C0D0D364DCBB}" dt="2025-11-09T20:07:27.986" v="37" actId="26606"/>
          <ac:spMkLst>
            <pc:docMk/>
            <pc:sldMk cId="0" sldId="258"/>
            <ac:spMk id="3" creationId="{00000000-0000-0000-0000-000000000000}"/>
          </ac:spMkLst>
        </pc:spChg>
        <pc:graphicFrameChg chg="add">
          <ac:chgData name="Marco Salas Robles" userId="a7c5ad3c-896b-4a09-8b51-e5eed1293ca0" providerId="ADAL" clId="{8C2055AB-A16E-4685-8373-C0D0D364DCBB}" dt="2025-11-09T20:07:27.986" v="37" actId="26606"/>
          <ac:graphicFrameMkLst>
            <pc:docMk/>
            <pc:sldMk cId="0" sldId="258"/>
            <ac:graphicFrameMk id="5" creationId="{ACDD8155-72BA-596A-9ED2-AEE264DD4905}"/>
          </ac:graphicFrameMkLst>
        </pc:graphicFrameChg>
      </pc:sldChg>
      <pc:sldChg chg="addSp delSp modSp mod setBg">
        <pc:chgData name="Marco Salas Robles" userId="a7c5ad3c-896b-4a09-8b51-e5eed1293ca0" providerId="ADAL" clId="{8C2055AB-A16E-4685-8373-C0D0D364DCBB}" dt="2025-11-09T20:08:08.207" v="42" actId="26606"/>
        <pc:sldMkLst>
          <pc:docMk/>
          <pc:sldMk cId="0" sldId="259"/>
        </pc:sldMkLst>
        <pc:spChg chg="mod">
          <ac:chgData name="Marco Salas Robles" userId="a7c5ad3c-896b-4a09-8b51-e5eed1293ca0" providerId="ADAL" clId="{8C2055AB-A16E-4685-8373-C0D0D364DCBB}" dt="2025-11-09T20:08:08.170" v="41" actId="26606"/>
          <ac:spMkLst>
            <pc:docMk/>
            <pc:sldMk cId="0" sldId="259"/>
            <ac:spMk id="2" creationId="{00000000-0000-0000-0000-000000000000}"/>
          </ac:spMkLst>
        </pc:spChg>
        <pc:spChg chg="add del">
          <ac:chgData name="Marco Salas Robles" userId="a7c5ad3c-896b-4a09-8b51-e5eed1293ca0" providerId="ADAL" clId="{8C2055AB-A16E-4685-8373-C0D0D364DCBB}" dt="2025-11-09T20:08:08.207" v="42" actId="26606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Marco Salas Robles" userId="a7c5ad3c-896b-4a09-8b51-e5eed1293ca0" providerId="ADAL" clId="{8C2055AB-A16E-4685-8373-C0D0D364DCBB}" dt="2025-11-09T20:07:45.010" v="39" actId="26606"/>
          <ac:spMkLst>
            <pc:docMk/>
            <pc:sldMk cId="0" sldId="259"/>
            <ac:spMk id="9" creationId="{BACC6370-2D7E-4714-9D71-7542949D7D5D}"/>
          </ac:spMkLst>
        </pc:spChg>
        <pc:spChg chg="add del">
          <ac:chgData name="Marco Salas Robles" userId="a7c5ad3c-896b-4a09-8b51-e5eed1293ca0" providerId="ADAL" clId="{8C2055AB-A16E-4685-8373-C0D0D364DCBB}" dt="2025-11-09T20:07:45.010" v="39" actId="26606"/>
          <ac:spMkLst>
            <pc:docMk/>
            <pc:sldMk cId="0" sldId="259"/>
            <ac:spMk id="11" creationId="{F68B3F68-107C-434F-AA38-110D5EA91B85}"/>
          </ac:spMkLst>
        </pc:spChg>
        <pc:spChg chg="add del">
          <ac:chgData name="Marco Salas Robles" userId="a7c5ad3c-896b-4a09-8b51-e5eed1293ca0" providerId="ADAL" clId="{8C2055AB-A16E-4685-8373-C0D0D364DCBB}" dt="2025-11-09T20:07:45.010" v="39" actId="26606"/>
          <ac:spMkLst>
            <pc:docMk/>
            <pc:sldMk cId="0" sldId="259"/>
            <ac:spMk id="13" creationId="{AAD0DBB9-1A4B-4391-81D4-CB19F9AB918A}"/>
          </ac:spMkLst>
        </pc:spChg>
        <pc:spChg chg="add del">
          <ac:chgData name="Marco Salas Robles" userId="a7c5ad3c-896b-4a09-8b51-e5eed1293ca0" providerId="ADAL" clId="{8C2055AB-A16E-4685-8373-C0D0D364DCBB}" dt="2025-11-09T20:07:45.010" v="39" actId="26606"/>
          <ac:spMkLst>
            <pc:docMk/>
            <pc:sldMk cId="0" sldId="259"/>
            <ac:spMk id="15" creationId="{063BBA22-50EA-4C4D-BE05-F1CE4E63AA56}"/>
          </ac:spMkLst>
        </pc:spChg>
        <pc:spChg chg="add del">
          <ac:chgData name="Marco Salas Robles" userId="a7c5ad3c-896b-4a09-8b51-e5eed1293ca0" providerId="ADAL" clId="{8C2055AB-A16E-4685-8373-C0D0D364DCBB}" dt="2025-11-09T20:08:08.170" v="41" actId="26606"/>
          <ac:spMkLst>
            <pc:docMk/>
            <pc:sldMk cId="0" sldId="259"/>
            <ac:spMk id="17" creationId="{738F59A4-4431-460D-8E49-6E65C189A566}"/>
          </ac:spMkLst>
        </pc:spChg>
        <pc:grpChg chg="add del">
          <ac:chgData name="Marco Salas Robles" userId="a7c5ad3c-896b-4a09-8b51-e5eed1293ca0" providerId="ADAL" clId="{8C2055AB-A16E-4685-8373-C0D0D364DCBB}" dt="2025-11-09T20:08:08.170" v="41" actId="26606"/>
          <ac:grpSpMkLst>
            <pc:docMk/>
            <pc:sldMk cId="0" sldId="259"/>
            <ac:grpSpMk id="18" creationId="{8A919B9C-5C01-47E4-B2F2-45F589208ABF}"/>
          </ac:grpSpMkLst>
        </pc:grpChg>
        <pc:graphicFrameChg chg="add del">
          <ac:chgData name="Marco Salas Robles" userId="a7c5ad3c-896b-4a09-8b51-e5eed1293ca0" providerId="ADAL" clId="{8C2055AB-A16E-4685-8373-C0D0D364DCBB}" dt="2025-11-09T20:07:45.010" v="39" actId="26606"/>
          <ac:graphicFrameMkLst>
            <pc:docMk/>
            <pc:sldMk cId="0" sldId="259"/>
            <ac:graphicFrameMk id="5" creationId="{0B823C8B-CDAA-1F60-1F17-785B614F1D34}"/>
          </ac:graphicFrameMkLst>
        </pc:graphicFrameChg>
        <pc:graphicFrameChg chg="add del">
          <ac:chgData name="Marco Salas Robles" userId="a7c5ad3c-896b-4a09-8b51-e5eed1293ca0" providerId="ADAL" clId="{8C2055AB-A16E-4685-8373-C0D0D364DCBB}" dt="2025-11-09T20:08:08.170" v="41" actId="26606"/>
          <ac:graphicFrameMkLst>
            <pc:docMk/>
            <pc:sldMk cId="0" sldId="259"/>
            <ac:graphicFrameMk id="20" creationId="{6BCBFA6F-1444-B174-8B79-D87F4115863B}"/>
          </ac:graphicFrameMkLst>
        </pc:graphicFrameChg>
        <pc:graphicFrameChg chg="add">
          <ac:chgData name="Marco Salas Robles" userId="a7c5ad3c-896b-4a09-8b51-e5eed1293ca0" providerId="ADAL" clId="{8C2055AB-A16E-4685-8373-C0D0D364DCBB}" dt="2025-11-09T20:08:08.207" v="42" actId="26606"/>
          <ac:graphicFrameMkLst>
            <pc:docMk/>
            <pc:sldMk cId="0" sldId="259"/>
            <ac:graphicFrameMk id="22" creationId="{37860B08-85B4-4D4D-6363-FCB666DE1657}"/>
          </ac:graphicFrameMkLst>
        </pc:graphicFrameChg>
      </pc:sldChg>
      <pc:sldChg chg="addSp delSp modSp mod setBg">
        <pc:chgData name="Marco Salas Robles" userId="a7c5ad3c-896b-4a09-8b51-e5eed1293ca0" providerId="ADAL" clId="{8C2055AB-A16E-4685-8373-C0D0D364DCBB}" dt="2025-11-09T20:08:16.249" v="43" actId="26606"/>
        <pc:sldMkLst>
          <pc:docMk/>
          <pc:sldMk cId="0" sldId="260"/>
        </pc:sldMkLst>
        <pc:spChg chg="mod">
          <ac:chgData name="Marco Salas Robles" userId="a7c5ad3c-896b-4a09-8b51-e5eed1293ca0" providerId="ADAL" clId="{8C2055AB-A16E-4685-8373-C0D0D364DCBB}" dt="2025-11-09T20:08:16.249" v="43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Marco Salas Robles" userId="a7c5ad3c-896b-4a09-8b51-e5eed1293ca0" providerId="ADAL" clId="{8C2055AB-A16E-4685-8373-C0D0D364DCBB}" dt="2025-11-09T20:08:16.249" v="43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Marco Salas Robles" userId="a7c5ad3c-896b-4a09-8b51-e5eed1293ca0" providerId="ADAL" clId="{8C2055AB-A16E-4685-8373-C0D0D364DCBB}" dt="2025-11-09T20:08:16.249" v="43" actId="26606"/>
          <ac:spMkLst>
            <pc:docMk/>
            <pc:sldMk cId="0" sldId="260"/>
            <ac:spMk id="10" creationId="{B50AB553-2A96-4A92-96F2-93548E096954}"/>
          </ac:spMkLst>
        </pc:spChg>
        <pc:graphicFrameChg chg="add">
          <ac:chgData name="Marco Salas Robles" userId="a7c5ad3c-896b-4a09-8b51-e5eed1293ca0" providerId="ADAL" clId="{8C2055AB-A16E-4685-8373-C0D0D364DCBB}" dt="2025-11-09T20:08:16.249" v="43" actId="26606"/>
          <ac:graphicFrameMkLst>
            <pc:docMk/>
            <pc:sldMk cId="0" sldId="260"/>
            <ac:graphicFrameMk id="5" creationId="{A53D5E08-E95F-7AEC-A72F-C978B2218E46}"/>
          </ac:graphicFrameMkLst>
        </pc:graphicFrameChg>
        <pc:picChg chg="add">
          <ac:chgData name="Marco Salas Robles" userId="a7c5ad3c-896b-4a09-8b51-e5eed1293ca0" providerId="ADAL" clId="{8C2055AB-A16E-4685-8373-C0D0D364DCBB}" dt="2025-11-09T20:08:16.249" v="43" actId="26606"/>
          <ac:picMkLst>
            <pc:docMk/>
            <pc:sldMk cId="0" sldId="260"/>
            <ac:picMk id="6" creationId="{5BF845F4-8B8D-4CCE-4B7E-6DB61A99CD97}"/>
          </ac:picMkLst>
        </pc:picChg>
      </pc:sldChg>
      <pc:sldChg chg="addSp delSp modSp mod">
        <pc:chgData name="Marco Salas Robles" userId="a7c5ad3c-896b-4a09-8b51-e5eed1293ca0" providerId="ADAL" clId="{8C2055AB-A16E-4685-8373-C0D0D364DCBB}" dt="2025-11-09T20:19:12.688" v="49" actId="27636"/>
        <pc:sldMkLst>
          <pc:docMk/>
          <pc:sldMk cId="0" sldId="261"/>
        </pc:sldMkLst>
        <pc:spChg chg="mod">
          <ac:chgData name="Marco Salas Robles" userId="a7c5ad3c-896b-4a09-8b51-e5eed1293ca0" providerId="ADAL" clId="{8C2055AB-A16E-4685-8373-C0D0D364DCBB}" dt="2025-11-09T20:19:12.688" v="49" actId="27636"/>
          <ac:spMkLst>
            <pc:docMk/>
            <pc:sldMk cId="0" sldId="261"/>
            <ac:spMk id="2" creationId="{00000000-0000-0000-0000-000000000000}"/>
          </ac:spMkLst>
        </pc:spChg>
        <pc:spChg chg="del">
          <ac:chgData name="Marco Salas Robles" userId="a7c5ad3c-896b-4a09-8b51-e5eed1293ca0" providerId="ADAL" clId="{8C2055AB-A16E-4685-8373-C0D0D364DCBB}" dt="2025-11-09T20:08:41.165" v="44" actId="26606"/>
          <ac:spMkLst>
            <pc:docMk/>
            <pc:sldMk cId="0" sldId="261"/>
            <ac:spMk id="3" creationId="{00000000-0000-0000-0000-000000000000}"/>
          </ac:spMkLst>
        </pc:spChg>
        <pc:graphicFrameChg chg="add">
          <ac:chgData name="Marco Salas Robles" userId="a7c5ad3c-896b-4a09-8b51-e5eed1293ca0" providerId="ADAL" clId="{8C2055AB-A16E-4685-8373-C0D0D364DCBB}" dt="2025-11-09T20:08:41.165" v="44" actId="26606"/>
          <ac:graphicFrameMkLst>
            <pc:docMk/>
            <pc:sldMk cId="0" sldId="261"/>
            <ac:graphicFrameMk id="5" creationId="{34B6629F-96B5-6747-CE2D-5F4259F4AA19}"/>
          </ac:graphicFrameMkLst>
        </pc:graphicFrameChg>
      </pc:sldChg>
      <pc:sldChg chg="addSp delSp mod">
        <pc:chgData name="Marco Salas Robles" userId="a7c5ad3c-896b-4a09-8b51-e5eed1293ca0" providerId="ADAL" clId="{8C2055AB-A16E-4685-8373-C0D0D364DCBB}" dt="2025-11-09T20:08:57.395" v="45" actId="26606"/>
        <pc:sldMkLst>
          <pc:docMk/>
          <pc:sldMk cId="0" sldId="262"/>
        </pc:sldMkLst>
        <pc:spChg chg="del">
          <ac:chgData name="Marco Salas Robles" userId="a7c5ad3c-896b-4a09-8b51-e5eed1293ca0" providerId="ADAL" clId="{8C2055AB-A16E-4685-8373-C0D0D364DCBB}" dt="2025-11-09T20:08:57.395" v="45" actId="26606"/>
          <ac:spMkLst>
            <pc:docMk/>
            <pc:sldMk cId="0" sldId="262"/>
            <ac:spMk id="3" creationId="{00000000-0000-0000-0000-000000000000}"/>
          </ac:spMkLst>
        </pc:spChg>
        <pc:graphicFrameChg chg="add">
          <ac:chgData name="Marco Salas Robles" userId="a7c5ad3c-896b-4a09-8b51-e5eed1293ca0" providerId="ADAL" clId="{8C2055AB-A16E-4685-8373-C0D0D364DCBB}" dt="2025-11-09T20:08:57.395" v="45" actId="26606"/>
          <ac:graphicFrameMkLst>
            <pc:docMk/>
            <pc:sldMk cId="0" sldId="262"/>
            <ac:graphicFrameMk id="5" creationId="{ABEE7D61-4217-1A5A-0F4D-812D249713F1}"/>
          </ac:graphicFrameMkLst>
        </pc:graphicFrameChg>
      </pc:sldChg>
      <pc:sldChg chg="addSp delSp mod">
        <pc:chgData name="Marco Salas Robles" userId="a7c5ad3c-896b-4a09-8b51-e5eed1293ca0" providerId="ADAL" clId="{8C2055AB-A16E-4685-8373-C0D0D364DCBB}" dt="2025-11-09T20:10:26.827" v="48" actId="26606"/>
        <pc:sldMkLst>
          <pc:docMk/>
          <pc:sldMk cId="0" sldId="263"/>
        </pc:sldMkLst>
        <pc:spChg chg="del">
          <ac:chgData name="Marco Salas Robles" userId="a7c5ad3c-896b-4a09-8b51-e5eed1293ca0" providerId="ADAL" clId="{8C2055AB-A16E-4685-8373-C0D0D364DCBB}" dt="2025-11-09T20:10:26.827" v="48" actId="26606"/>
          <ac:spMkLst>
            <pc:docMk/>
            <pc:sldMk cId="0" sldId="263"/>
            <ac:spMk id="3" creationId="{00000000-0000-0000-0000-000000000000}"/>
          </ac:spMkLst>
        </pc:spChg>
        <pc:graphicFrameChg chg="add">
          <ac:chgData name="Marco Salas Robles" userId="a7c5ad3c-896b-4a09-8b51-e5eed1293ca0" providerId="ADAL" clId="{8C2055AB-A16E-4685-8373-C0D0D364DCBB}" dt="2025-11-09T20:10:26.827" v="48" actId="26606"/>
          <ac:graphicFrameMkLst>
            <pc:docMk/>
            <pc:sldMk cId="0" sldId="263"/>
            <ac:graphicFrameMk id="5" creationId="{F80F4D31-8EF9-4B9E-4A86-8F875D694BE8}"/>
          </ac:graphicFrameMkLst>
        </pc:graphicFrameChg>
      </pc:sldChg>
      <pc:sldChg chg="addSp delSp modSp mod setBg">
        <pc:chgData name="Marco Salas Robles" userId="a7c5ad3c-896b-4a09-8b51-e5eed1293ca0" providerId="ADAL" clId="{8C2055AB-A16E-4685-8373-C0D0D364DCBB}" dt="2025-11-09T20:09:52.595" v="46" actId="26606"/>
        <pc:sldMkLst>
          <pc:docMk/>
          <pc:sldMk cId="0" sldId="264"/>
        </pc:sldMkLst>
        <pc:spChg chg="mod">
          <ac:chgData name="Marco Salas Robles" userId="a7c5ad3c-896b-4a09-8b51-e5eed1293ca0" providerId="ADAL" clId="{8C2055AB-A16E-4685-8373-C0D0D364DCBB}" dt="2025-11-09T20:09:52.595" v="46" actId="26606"/>
          <ac:spMkLst>
            <pc:docMk/>
            <pc:sldMk cId="0" sldId="264"/>
            <ac:spMk id="2" creationId="{00000000-0000-0000-0000-000000000000}"/>
          </ac:spMkLst>
        </pc:spChg>
        <pc:spChg chg="del">
          <ac:chgData name="Marco Salas Robles" userId="a7c5ad3c-896b-4a09-8b51-e5eed1293ca0" providerId="ADAL" clId="{8C2055AB-A16E-4685-8373-C0D0D364DCBB}" dt="2025-11-09T20:09:52.595" v="46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Marco Salas Robles" userId="a7c5ad3c-896b-4a09-8b51-e5eed1293ca0" providerId="ADAL" clId="{8C2055AB-A16E-4685-8373-C0D0D364DCBB}" dt="2025-11-09T20:09:52.595" v="46" actId="26606"/>
          <ac:spMkLst>
            <pc:docMk/>
            <pc:sldMk cId="0" sldId="264"/>
            <ac:spMk id="9" creationId="{5C8908E2-EE49-44D2-9428-A28D2312A8D5}"/>
          </ac:spMkLst>
        </pc:spChg>
        <pc:spChg chg="add">
          <ac:chgData name="Marco Salas Robles" userId="a7c5ad3c-896b-4a09-8b51-e5eed1293ca0" providerId="ADAL" clId="{8C2055AB-A16E-4685-8373-C0D0D364DCBB}" dt="2025-11-09T20:09:52.595" v="46" actId="26606"/>
          <ac:spMkLst>
            <pc:docMk/>
            <pc:sldMk cId="0" sldId="264"/>
            <ac:spMk id="15" creationId="{7449A6C7-D15F-4AA5-BFA5-71A404B47016}"/>
          </ac:spMkLst>
        </pc:spChg>
        <pc:spChg chg="add">
          <ac:chgData name="Marco Salas Robles" userId="a7c5ad3c-896b-4a09-8b51-e5eed1293ca0" providerId="ADAL" clId="{8C2055AB-A16E-4685-8373-C0D0D364DCBB}" dt="2025-11-09T20:09:52.595" v="46" actId="26606"/>
          <ac:spMkLst>
            <pc:docMk/>
            <pc:sldMk cId="0" sldId="264"/>
            <ac:spMk id="17" creationId="{ED888B23-07FA-482A-96DF-47E31AF1A603}"/>
          </ac:spMkLst>
        </pc:spChg>
        <pc:grpChg chg="add">
          <ac:chgData name="Marco Salas Robles" userId="a7c5ad3c-896b-4a09-8b51-e5eed1293ca0" providerId="ADAL" clId="{8C2055AB-A16E-4685-8373-C0D0D364DCBB}" dt="2025-11-09T20:09:52.595" v="46" actId="26606"/>
          <ac:grpSpMkLst>
            <pc:docMk/>
            <pc:sldMk cId="0" sldId="264"/>
            <ac:grpSpMk id="11" creationId="{05314994-6337-4875-8CF5-652CAFE8342C}"/>
          </ac:grpSpMkLst>
        </pc:grpChg>
        <pc:graphicFrameChg chg="add">
          <ac:chgData name="Marco Salas Robles" userId="a7c5ad3c-896b-4a09-8b51-e5eed1293ca0" providerId="ADAL" clId="{8C2055AB-A16E-4685-8373-C0D0D364DCBB}" dt="2025-11-09T20:09:52.595" v="46" actId="26606"/>
          <ac:graphicFrameMkLst>
            <pc:docMk/>
            <pc:sldMk cId="0" sldId="264"/>
            <ac:graphicFrameMk id="5" creationId="{E581B45B-D144-6339-6AE1-A953D9D59009}"/>
          </ac:graphicFrameMkLst>
        </pc:graphicFrameChg>
      </pc:sldChg>
      <pc:sldChg chg="addSp delSp mod">
        <pc:chgData name="Marco Salas Robles" userId="a7c5ad3c-896b-4a09-8b51-e5eed1293ca0" providerId="ADAL" clId="{8C2055AB-A16E-4685-8373-C0D0D364DCBB}" dt="2025-11-09T20:10:04.414" v="47" actId="26606"/>
        <pc:sldMkLst>
          <pc:docMk/>
          <pc:sldMk cId="0" sldId="265"/>
        </pc:sldMkLst>
        <pc:spChg chg="del">
          <ac:chgData name="Marco Salas Robles" userId="a7c5ad3c-896b-4a09-8b51-e5eed1293ca0" providerId="ADAL" clId="{8C2055AB-A16E-4685-8373-C0D0D364DCBB}" dt="2025-11-09T20:10:04.414" v="47" actId="26606"/>
          <ac:spMkLst>
            <pc:docMk/>
            <pc:sldMk cId="0" sldId="265"/>
            <ac:spMk id="3" creationId="{00000000-0000-0000-0000-000000000000}"/>
          </ac:spMkLst>
        </pc:spChg>
        <pc:graphicFrameChg chg="add">
          <ac:chgData name="Marco Salas Robles" userId="a7c5ad3c-896b-4a09-8b51-e5eed1293ca0" providerId="ADAL" clId="{8C2055AB-A16E-4685-8373-C0D0D364DCBB}" dt="2025-11-09T20:10:04.414" v="47" actId="26606"/>
          <ac:graphicFrameMkLst>
            <pc:docMk/>
            <pc:sldMk cId="0" sldId="265"/>
            <ac:graphicFrameMk id="5" creationId="{559DB815-145C-E287-8D00-1AC9C267CBBA}"/>
          </ac:graphicFrameMkLst>
        </pc:graphicFrame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5F4BD6-73AE-4D0E-B587-EE6B33459D46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6A04F56-4EA4-4EC8-A510-41950B509065}">
      <dgm:prSet/>
      <dgm:spPr/>
      <dgm:t>
        <a:bodyPr/>
        <a:lstStyle/>
        <a:p>
          <a:r>
            <a:rPr lang="en-US"/>
            <a:t>Proceso de mejora continua para proteger la información.</a:t>
          </a:r>
        </a:p>
      </dgm:t>
    </dgm:pt>
    <dgm:pt modelId="{F65E6C5F-4656-4DE2-AC86-B2CC388BF37E}" type="parTrans" cxnId="{F43A6730-EBB3-4AA2-94C5-922E8CF231F1}">
      <dgm:prSet/>
      <dgm:spPr/>
      <dgm:t>
        <a:bodyPr/>
        <a:lstStyle/>
        <a:p>
          <a:endParaRPr lang="en-US"/>
        </a:p>
      </dgm:t>
    </dgm:pt>
    <dgm:pt modelId="{FF005435-07B5-4B79-9773-8E5A82FE1583}" type="sibTrans" cxnId="{F43A6730-EBB3-4AA2-94C5-922E8CF231F1}">
      <dgm:prSet/>
      <dgm:spPr/>
      <dgm:t>
        <a:bodyPr/>
        <a:lstStyle/>
        <a:p>
          <a:endParaRPr lang="en-US"/>
        </a:p>
      </dgm:t>
    </dgm:pt>
    <dgm:pt modelId="{0E26BE84-F91B-437A-BC37-C4EBDB527C90}">
      <dgm:prSet/>
      <dgm:spPr/>
      <dgm:t>
        <a:bodyPr/>
        <a:lstStyle/>
        <a:p>
          <a:r>
            <a:rPr lang="en-US"/>
            <a:t>Garantiza la confidencialidad, integridad y disponibilidad (triada CIA).</a:t>
          </a:r>
        </a:p>
      </dgm:t>
    </dgm:pt>
    <dgm:pt modelId="{C40E5695-AA1B-4E5A-A40E-D268E6BDFBA0}" type="parTrans" cxnId="{D2125838-1C98-4020-B4B9-B708B79EA838}">
      <dgm:prSet/>
      <dgm:spPr/>
      <dgm:t>
        <a:bodyPr/>
        <a:lstStyle/>
        <a:p>
          <a:endParaRPr lang="en-US"/>
        </a:p>
      </dgm:t>
    </dgm:pt>
    <dgm:pt modelId="{070C5A25-4195-4712-9D35-5D9F1B93473D}" type="sibTrans" cxnId="{D2125838-1C98-4020-B4B9-B708B79EA838}">
      <dgm:prSet/>
      <dgm:spPr/>
      <dgm:t>
        <a:bodyPr/>
        <a:lstStyle/>
        <a:p>
          <a:endParaRPr lang="en-US"/>
        </a:p>
      </dgm:t>
    </dgm:pt>
    <dgm:pt modelId="{594B15DD-3B96-4072-A119-BF4D08BA9E21}">
      <dgm:prSet/>
      <dgm:spPr/>
      <dgm:t>
        <a:bodyPr/>
        <a:lstStyle/>
        <a:p>
          <a:r>
            <a:rPr lang="en-US"/>
            <a:t>Se recomienda realizar una auditoría anual.</a:t>
          </a:r>
        </a:p>
      </dgm:t>
    </dgm:pt>
    <dgm:pt modelId="{3609DE74-2FE7-4D08-BC45-D908CB283FDF}" type="parTrans" cxnId="{87AC16FB-BC99-4E03-A161-55D0897CDF78}">
      <dgm:prSet/>
      <dgm:spPr/>
      <dgm:t>
        <a:bodyPr/>
        <a:lstStyle/>
        <a:p>
          <a:endParaRPr lang="en-US"/>
        </a:p>
      </dgm:t>
    </dgm:pt>
    <dgm:pt modelId="{34741AD3-C744-491A-9291-656E2FFFCC68}" type="sibTrans" cxnId="{87AC16FB-BC99-4E03-A161-55D0897CDF78}">
      <dgm:prSet/>
      <dgm:spPr/>
      <dgm:t>
        <a:bodyPr/>
        <a:lstStyle/>
        <a:p>
          <a:endParaRPr lang="en-US"/>
        </a:p>
      </dgm:t>
    </dgm:pt>
    <dgm:pt modelId="{5C35CDE7-D3EB-4228-A000-9CDC3B6113F3}" type="pres">
      <dgm:prSet presAssocID="{8A5F4BD6-73AE-4D0E-B587-EE6B33459D4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11F6F0E-05FE-4407-A106-0089C8A2B92E}" type="pres">
      <dgm:prSet presAssocID="{86A04F56-4EA4-4EC8-A510-41950B509065}" presName="hierRoot1" presStyleCnt="0"/>
      <dgm:spPr/>
    </dgm:pt>
    <dgm:pt modelId="{BCF96DE9-0BDD-4F5E-9B2C-F2ABB367A382}" type="pres">
      <dgm:prSet presAssocID="{86A04F56-4EA4-4EC8-A510-41950B509065}" presName="composite" presStyleCnt="0"/>
      <dgm:spPr/>
    </dgm:pt>
    <dgm:pt modelId="{8D2BFC15-DF19-44A0-98EB-1FF30C02911F}" type="pres">
      <dgm:prSet presAssocID="{86A04F56-4EA4-4EC8-A510-41950B509065}" presName="background" presStyleLbl="node0" presStyleIdx="0" presStyleCnt="3"/>
      <dgm:spPr/>
    </dgm:pt>
    <dgm:pt modelId="{EA03054F-5DB5-45B6-80EB-007B2704BA28}" type="pres">
      <dgm:prSet presAssocID="{86A04F56-4EA4-4EC8-A510-41950B509065}" presName="text" presStyleLbl="fgAcc0" presStyleIdx="0" presStyleCnt="3">
        <dgm:presLayoutVars>
          <dgm:chPref val="3"/>
        </dgm:presLayoutVars>
      </dgm:prSet>
      <dgm:spPr/>
    </dgm:pt>
    <dgm:pt modelId="{C9BCA205-97DD-4CB8-82AF-D68272BF8483}" type="pres">
      <dgm:prSet presAssocID="{86A04F56-4EA4-4EC8-A510-41950B509065}" presName="hierChild2" presStyleCnt="0"/>
      <dgm:spPr/>
    </dgm:pt>
    <dgm:pt modelId="{405C65A7-B327-48C4-A60D-7B20802A56FB}" type="pres">
      <dgm:prSet presAssocID="{0E26BE84-F91B-437A-BC37-C4EBDB527C90}" presName="hierRoot1" presStyleCnt="0"/>
      <dgm:spPr/>
    </dgm:pt>
    <dgm:pt modelId="{1B364239-A838-437C-AE70-3BDC5527306C}" type="pres">
      <dgm:prSet presAssocID="{0E26BE84-F91B-437A-BC37-C4EBDB527C90}" presName="composite" presStyleCnt="0"/>
      <dgm:spPr/>
    </dgm:pt>
    <dgm:pt modelId="{FDFE4A76-F33C-4091-B6A2-ADE4C64B8877}" type="pres">
      <dgm:prSet presAssocID="{0E26BE84-F91B-437A-BC37-C4EBDB527C90}" presName="background" presStyleLbl="node0" presStyleIdx="1" presStyleCnt="3"/>
      <dgm:spPr/>
    </dgm:pt>
    <dgm:pt modelId="{BAF4B374-AF9C-4CFC-8B46-C8B34B28CE6F}" type="pres">
      <dgm:prSet presAssocID="{0E26BE84-F91B-437A-BC37-C4EBDB527C90}" presName="text" presStyleLbl="fgAcc0" presStyleIdx="1" presStyleCnt="3">
        <dgm:presLayoutVars>
          <dgm:chPref val="3"/>
        </dgm:presLayoutVars>
      </dgm:prSet>
      <dgm:spPr/>
    </dgm:pt>
    <dgm:pt modelId="{8BDEB5C1-032B-4665-847F-6218D53CC3EC}" type="pres">
      <dgm:prSet presAssocID="{0E26BE84-F91B-437A-BC37-C4EBDB527C90}" presName="hierChild2" presStyleCnt="0"/>
      <dgm:spPr/>
    </dgm:pt>
    <dgm:pt modelId="{C9A3ED43-49D9-446A-B509-B04200EE08B7}" type="pres">
      <dgm:prSet presAssocID="{594B15DD-3B96-4072-A119-BF4D08BA9E21}" presName="hierRoot1" presStyleCnt="0"/>
      <dgm:spPr/>
    </dgm:pt>
    <dgm:pt modelId="{472E4F2D-2A7F-4D2C-8FC0-C92A3331D283}" type="pres">
      <dgm:prSet presAssocID="{594B15DD-3B96-4072-A119-BF4D08BA9E21}" presName="composite" presStyleCnt="0"/>
      <dgm:spPr/>
    </dgm:pt>
    <dgm:pt modelId="{EF556900-8733-407A-AEE5-4772E2972F49}" type="pres">
      <dgm:prSet presAssocID="{594B15DD-3B96-4072-A119-BF4D08BA9E21}" presName="background" presStyleLbl="node0" presStyleIdx="2" presStyleCnt="3"/>
      <dgm:spPr/>
    </dgm:pt>
    <dgm:pt modelId="{5E4FD850-C78C-47C8-BBBA-29A667D08B5A}" type="pres">
      <dgm:prSet presAssocID="{594B15DD-3B96-4072-A119-BF4D08BA9E21}" presName="text" presStyleLbl="fgAcc0" presStyleIdx="2" presStyleCnt="3">
        <dgm:presLayoutVars>
          <dgm:chPref val="3"/>
        </dgm:presLayoutVars>
      </dgm:prSet>
      <dgm:spPr/>
    </dgm:pt>
    <dgm:pt modelId="{F3369896-D9F7-4E01-9D6C-B7081609F771}" type="pres">
      <dgm:prSet presAssocID="{594B15DD-3B96-4072-A119-BF4D08BA9E21}" presName="hierChild2" presStyleCnt="0"/>
      <dgm:spPr/>
    </dgm:pt>
  </dgm:ptLst>
  <dgm:cxnLst>
    <dgm:cxn modelId="{84DBE428-7CCD-49AD-B204-5CD6578FF129}" type="presOf" srcId="{594B15DD-3B96-4072-A119-BF4D08BA9E21}" destId="{5E4FD850-C78C-47C8-BBBA-29A667D08B5A}" srcOrd="0" destOrd="0" presId="urn:microsoft.com/office/officeart/2005/8/layout/hierarchy1"/>
    <dgm:cxn modelId="{5924BF2B-1F31-4361-9EFA-65B6C2181918}" type="presOf" srcId="{0E26BE84-F91B-437A-BC37-C4EBDB527C90}" destId="{BAF4B374-AF9C-4CFC-8B46-C8B34B28CE6F}" srcOrd="0" destOrd="0" presId="urn:microsoft.com/office/officeart/2005/8/layout/hierarchy1"/>
    <dgm:cxn modelId="{F43A6730-EBB3-4AA2-94C5-922E8CF231F1}" srcId="{8A5F4BD6-73AE-4D0E-B587-EE6B33459D46}" destId="{86A04F56-4EA4-4EC8-A510-41950B509065}" srcOrd="0" destOrd="0" parTransId="{F65E6C5F-4656-4DE2-AC86-B2CC388BF37E}" sibTransId="{FF005435-07B5-4B79-9773-8E5A82FE1583}"/>
    <dgm:cxn modelId="{D2125838-1C98-4020-B4B9-B708B79EA838}" srcId="{8A5F4BD6-73AE-4D0E-B587-EE6B33459D46}" destId="{0E26BE84-F91B-437A-BC37-C4EBDB527C90}" srcOrd="1" destOrd="0" parTransId="{C40E5695-AA1B-4E5A-A40E-D268E6BDFBA0}" sibTransId="{070C5A25-4195-4712-9D35-5D9F1B93473D}"/>
    <dgm:cxn modelId="{AE8A8E6D-1DE8-44A2-8D42-9DC2808B304B}" type="presOf" srcId="{86A04F56-4EA4-4EC8-A510-41950B509065}" destId="{EA03054F-5DB5-45B6-80EB-007B2704BA28}" srcOrd="0" destOrd="0" presId="urn:microsoft.com/office/officeart/2005/8/layout/hierarchy1"/>
    <dgm:cxn modelId="{2B55E486-5E7A-4C87-81B5-D17AC9B0EF3C}" type="presOf" srcId="{8A5F4BD6-73AE-4D0E-B587-EE6B33459D46}" destId="{5C35CDE7-D3EB-4228-A000-9CDC3B6113F3}" srcOrd="0" destOrd="0" presId="urn:microsoft.com/office/officeart/2005/8/layout/hierarchy1"/>
    <dgm:cxn modelId="{87AC16FB-BC99-4E03-A161-55D0897CDF78}" srcId="{8A5F4BD6-73AE-4D0E-B587-EE6B33459D46}" destId="{594B15DD-3B96-4072-A119-BF4D08BA9E21}" srcOrd="2" destOrd="0" parTransId="{3609DE74-2FE7-4D08-BC45-D908CB283FDF}" sibTransId="{34741AD3-C744-491A-9291-656E2FFFCC68}"/>
    <dgm:cxn modelId="{0A75D730-4FF8-476A-BCF1-63B591082EFC}" type="presParOf" srcId="{5C35CDE7-D3EB-4228-A000-9CDC3B6113F3}" destId="{711F6F0E-05FE-4407-A106-0089C8A2B92E}" srcOrd="0" destOrd="0" presId="urn:microsoft.com/office/officeart/2005/8/layout/hierarchy1"/>
    <dgm:cxn modelId="{C7C309C2-71C4-4B4E-AC9F-F323B6808DC0}" type="presParOf" srcId="{711F6F0E-05FE-4407-A106-0089C8A2B92E}" destId="{BCF96DE9-0BDD-4F5E-9B2C-F2ABB367A382}" srcOrd="0" destOrd="0" presId="urn:microsoft.com/office/officeart/2005/8/layout/hierarchy1"/>
    <dgm:cxn modelId="{9EC92E69-3FD3-49C0-A859-CF2E290833E6}" type="presParOf" srcId="{BCF96DE9-0BDD-4F5E-9B2C-F2ABB367A382}" destId="{8D2BFC15-DF19-44A0-98EB-1FF30C02911F}" srcOrd="0" destOrd="0" presId="urn:microsoft.com/office/officeart/2005/8/layout/hierarchy1"/>
    <dgm:cxn modelId="{3E9ACC4D-D822-45D9-BF6E-1AA9B95561A9}" type="presParOf" srcId="{BCF96DE9-0BDD-4F5E-9B2C-F2ABB367A382}" destId="{EA03054F-5DB5-45B6-80EB-007B2704BA28}" srcOrd="1" destOrd="0" presId="urn:microsoft.com/office/officeart/2005/8/layout/hierarchy1"/>
    <dgm:cxn modelId="{358FBDBE-438D-4FB2-A4CF-31E87D699B72}" type="presParOf" srcId="{711F6F0E-05FE-4407-A106-0089C8A2B92E}" destId="{C9BCA205-97DD-4CB8-82AF-D68272BF8483}" srcOrd="1" destOrd="0" presId="urn:microsoft.com/office/officeart/2005/8/layout/hierarchy1"/>
    <dgm:cxn modelId="{5D7D2F63-57C5-436A-8AD4-CCBA93E20FC6}" type="presParOf" srcId="{5C35CDE7-D3EB-4228-A000-9CDC3B6113F3}" destId="{405C65A7-B327-48C4-A60D-7B20802A56FB}" srcOrd="1" destOrd="0" presId="urn:microsoft.com/office/officeart/2005/8/layout/hierarchy1"/>
    <dgm:cxn modelId="{278AD2B2-3B9A-44A5-A6E4-928928700902}" type="presParOf" srcId="{405C65A7-B327-48C4-A60D-7B20802A56FB}" destId="{1B364239-A838-437C-AE70-3BDC5527306C}" srcOrd="0" destOrd="0" presId="urn:microsoft.com/office/officeart/2005/8/layout/hierarchy1"/>
    <dgm:cxn modelId="{CC58E77B-F101-48A8-B332-81E37082130C}" type="presParOf" srcId="{1B364239-A838-437C-AE70-3BDC5527306C}" destId="{FDFE4A76-F33C-4091-B6A2-ADE4C64B8877}" srcOrd="0" destOrd="0" presId="urn:microsoft.com/office/officeart/2005/8/layout/hierarchy1"/>
    <dgm:cxn modelId="{B7F57E64-37DC-4F6D-8AD8-5F73F86921F9}" type="presParOf" srcId="{1B364239-A838-437C-AE70-3BDC5527306C}" destId="{BAF4B374-AF9C-4CFC-8B46-C8B34B28CE6F}" srcOrd="1" destOrd="0" presId="urn:microsoft.com/office/officeart/2005/8/layout/hierarchy1"/>
    <dgm:cxn modelId="{0D0ED5C3-2B17-4ACF-9BFE-05B6ADEA66C0}" type="presParOf" srcId="{405C65A7-B327-48C4-A60D-7B20802A56FB}" destId="{8BDEB5C1-032B-4665-847F-6218D53CC3EC}" srcOrd="1" destOrd="0" presId="urn:microsoft.com/office/officeart/2005/8/layout/hierarchy1"/>
    <dgm:cxn modelId="{2D04DF72-8FF0-4077-9E35-01948AF0116E}" type="presParOf" srcId="{5C35CDE7-D3EB-4228-A000-9CDC3B6113F3}" destId="{C9A3ED43-49D9-446A-B509-B04200EE08B7}" srcOrd="2" destOrd="0" presId="urn:microsoft.com/office/officeart/2005/8/layout/hierarchy1"/>
    <dgm:cxn modelId="{44A5DF9C-2BAD-4DC3-BA29-E5CC08F80992}" type="presParOf" srcId="{C9A3ED43-49D9-446A-B509-B04200EE08B7}" destId="{472E4F2D-2A7F-4D2C-8FC0-C92A3331D283}" srcOrd="0" destOrd="0" presId="urn:microsoft.com/office/officeart/2005/8/layout/hierarchy1"/>
    <dgm:cxn modelId="{9E5D2C39-667D-4DA9-9C2A-47C8F323DF4B}" type="presParOf" srcId="{472E4F2D-2A7F-4D2C-8FC0-C92A3331D283}" destId="{EF556900-8733-407A-AEE5-4772E2972F49}" srcOrd="0" destOrd="0" presId="urn:microsoft.com/office/officeart/2005/8/layout/hierarchy1"/>
    <dgm:cxn modelId="{3BE5442A-7C88-41C5-B861-96401BEE72F4}" type="presParOf" srcId="{472E4F2D-2A7F-4D2C-8FC0-C92A3331D283}" destId="{5E4FD850-C78C-47C8-BBBA-29A667D08B5A}" srcOrd="1" destOrd="0" presId="urn:microsoft.com/office/officeart/2005/8/layout/hierarchy1"/>
    <dgm:cxn modelId="{0676C671-CBEF-422F-951B-6974F487F216}" type="presParOf" srcId="{C9A3ED43-49D9-446A-B509-B04200EE08B7}" destId="{F3369896-D9F7-4E01-9D6C-B7081609F77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5CA492-0265-4E4B-9EC2-BF6FD54393C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46DDC7A-57A8-4423-8964-5DA2FE7D379C}">
      <dgm:prSet/>
      <dgm:spPr/>
      <dgm:t>
        <a:bodyPr/>
        <a:lstStyle/>
        <a:p>
          <a:r>
            <a:rPr lang="en-US"/>
            <a:t>1. Reconocimiento: recopilación de información pública (OSINT, Shodan, FOCA).</a:t>
          </a:r>
        </a:p>
      </dgm:t>
    </dgm:pt>
    <dgm:pt modelId="{8EE03385-1E21-4955-9932-F597A7F64DAB}" type="parTrans" cxnId="{D376F5DF-9EE3-4720-91D9-4A8448D266F7}">
      <dgm:prSet/>
      <dgm:spPr/>
      <dgm:t>
        <a:bodyPr/>
        <a:lstStyle/>
        <a:p>
          <a:endParaRPr lang="en-US"/>
        </a:p>
      </dgm:t>
    </dgm:pt>
    <dgm:pt modelId="{BBA1EE81-D225-4372-ACFE-3F0AB7AE6DB3}" type="sibTrans" cxnId="{D376F5DF-9EE3-4720-91D9-4A8448D266F7}">
      <dgm:prSet/>
      <dgm:spPr/>
      <dgm:t>
        <a:bodyPr/>
        <a:lstStyle/>
        <a:p>
          <a:endParaRPr lang="en-US"/>
        </a:p>
      </dgm:t>
    </dgm:pt>
    <dgm:pt modelId="{0B2AB497-6526-4665-9F3B-29E60B8EE59F}">
      <dgm:prSet/>
      <dgm:spPr/>
      <dgm:t>
        <a:bodyPr/>
        <a:lstStyle/>
        <a:p>
          <a:r>
            <a:rPr lang="en-US"/>
            <a:t>2. Escaneo: detección de equipos, puertos y servicios (Nmap, DNS enumeration).</a:t>
          </a:r>
        </a:p>
      </dgm:t>
    </dgm:pt>
    <dgm:pt modelId="{930AEDA7-192B-4A7B-87EF-B46C773AE625}" type="parTrans" cxnId="{348BEB46-661D-4E89-A862-CC04F3C1599C}">
      <dgm:prSet/>
      <dgm:spPr/>
      <dgm:t>
        <a:bodyPr/>
        <a:lstStyle/>
        <a:p>
          <a:endParaRPr lang="en-US"/>
        </a:p>
      </dgm:t>
    </dgm:pt>
    <dgm:pt modelId="{F7F54036-9B3B-4C09-9DD9-90A3E8A24B7C}" type="sibTrans" cxnId="{348BEB46-661D-4E89-A862-CC04F3C1599C}">
      <dgm:prSet/>
      <dgm:spPr/>
      <dgm:t>
        <a:bodyPr/>
        <a:lstStyle/>
        <a:p>
          <a:endParaRPr lang="en-US"/>
        </a:p>
      </dgm:t>
    </dgm:pt>
    <dgm:pt modelId="{46033980-B4DF-4114-9973-28A2CB86B714}">
      <dgm:prSet/>
      <dgm:spPr/>
      <dgm:t>
        <a:bodyPr/>
        <a:lstStyle/>
        <a:p>
          <a:r>
            <a:rPr lang="en-US"/>
            <a:t>3. Análisis de vulnerabilidades: detección de debilidades (Nessus, OpenVAS).</a:t>
          </a:r>
        </a:p>
      </dgm:t>
    </dgm:pt>
    <dgm:pt modelId="{201C2136-A690-4317-B4BF-40D73B9C7D8A}" type="parTrans" cxnId="{5F9F4A1A-FD58-4AB3-8486-21FF12F6DF9F}">
      <dgm:prSet/>
      <dgm:spPr/>
      <dgm:t>
        <a:bodyPr/>
        <a:lstStyle/>
        <a:p>
          <a:endParaRPr lang="en-US"/>
        </a:p>
      </dgm:t>
    </dgm:pt>
    <dgm:pt modelId="{A8434BB0-0BBE-4DD0-93B4-75B670E4BF9D}" type="sibTrans" cxnId="{5F9F4A1A-FD58-4AB3-8486-21FF12F6DF9F}">
      <dgm:prSet/>
      <dgm:spPr/>
      <dgm:t>
        <a:bodyPr/>
        <a:lstStyle/>
        <a:p>
          <a:endParaRPr lang="en-US"/>
        </a:p>
      </dgm:t>
    </dgm:pt>
    <dgm:pt modelId="{9C05E599-08A3-4BA9-A356-4DDE17171AAB}">
      <dgm:prSet/>
      <dgm:spPr/>
      <dgm:t>
        <a:bodyPr/>
        <a:lstStyle/>
        <a:p>
          <a:r>
            <a:rPr lang="en-US"/>
            <a:t>4. Explotación: uso de exploits o ingeniería social (Metasploit).</a:t>
          </a:r>
        </a:p>
      </dgm:t>
    </dgm:pt>
    <dgm:pt modelId="{C3418E49-2BAC-4876-BC7A-92B4AB425D62}" type="parTrans" cxnId="{4721F8DA-9D7C-4A51-A3B6-316685736C23}">
      <dgm:prSet/>
      <dgm:spPr/>
      <dgm:t>
        <a:bodyPr/>
        <a:lstStyle/>
        <a:p>
          <a:endParaRPr lang="en-US"/>
        </a:p>
      </dgm:t>
    </dgm:pt>
    <dgm:pt modelId="{CE20979A-EB2A-42FD-8529-62B61269E564}" type="sibTrans" cxnId="{4721F8DA-9D7C-4A51-A3B6-316685736C23}">
      <dgm:prSet/>
      <dgm:spPr/>
      <dgm:t>
        <a:bodyPr/>
        <a:lstStyle/>
        <a:p>
          <a:endParaRPr lang="en-US"/>
        </a:p>
      </dgm:t>
    </dgm:pt>
    <dgm:pt modelId="{7D2CBD0E-2A6E-4855-A23C-EB3A870366A6}">
      <dgm:prSet/>
      <dgm:spPr/>
      <dgm:t>
        <a:bodyPr/>
        <a:lstStyle/>
        <a:p>
          <a:r>
            <a:rPr lang="en-US"/>
            <a:t>5. Mantenimiento: instalación de backdoors o rootkits.</a:t>
          </a:r>
        </a:p>
      </dgm:t>
    </dgm:pt>
    <dgm:pt modelId="{6A3323ED-E0E6-4354-AA08-831BBDB24AED}" type="parTrans" cxnId="{969F5AD1-0357-4AF2-B02D-CD08C0FD72B4}">
      <dgm:prSet/>
      <dgm:spPr/>
      <dgm:t>
        <a:bodyPr/>
        <a:lstStyle/>
        <a:p>
          <a:endParaRPr lang="en-US"/>
        </a:p>
      </dgm:t>
    </dgm:pt>
    <dgm:pt modelId="{75D39719-6984-4BEF-8052-995B93BF4798}" type="sibTrans" cxnId="{969F5AD1-0357-4AF2-B02D-CD08C0FD72B4}">
      <dgm:prSet/>
      <dgm:spPr/>
      <dgm:t>
        <a:bodyPr/>
        <a:lstStyle/>
        <a:p>
          <a:endParaRPr lang="en-US"/>
        </a:p>
      </dgm:t>
    </dgm:pt>
    <dgm:pt modelId="{8AFA5F29-F65B-4254-A87B-07BF27B7772E}">
      <dgm:prSet/>
      <dgm:spPr/>
      <dgm:t>
        <a:bodyPr/>
        <a:lstStyle/>
        <a:p>
          <a:r>
            <a:rPr lang="en-US"/>
            <a:t>6. Limpieza de huellas: eliminación de rastros.</a:t>
          </a:r>
        </a:p>
      </dgm:t>
    </dgm:pt>
    <dgm:pt modelId="{C621A498-3826-4567-9829-6B96CD11630D}" type="parTrans" cxnId="{82BDCE8C-6EC7-45EE-895A-6342D895268C}">
      <dgm:prSet/>
      <dgm:spPr/>
      <dgm:t>
        <a:bodyPr/>
        <a:lstStyle/>
        <a:p>
          <a:endParaRPr lang="en-US"/>
        </a:p>
      </dgm:t>
    </dgm:pt>
    <dgm:pt modelId="{18D0BE62-020B-4E9E-95BD-032BF5BB8058}" type="sibTrans" cxnId="{82BDCE8C-6EC7-45EE-895A-6342D895268C}">
      <dgm:prSet/>
      <dgm:spPr/>
      <dgm:t>
        <a:bodyPr/>
        <a:lstStyle/>
        <a:p>
          <a:endParaRPr lang="en-US"/>
        </a:p>
      </dgm:t>
    </dgm:pt>
    <dgm:pt modelId="{665C6AE8-9500-4794-8D35-320E246257EB}">
      <dgm:prSet/>
      <dgm:spPr/>
      <dgm:t>
        <a:bodyPr/>
        <a:lstStyle/>
        <a:p>
          <a:r>
            <a:rPr lang="en-US"/>
            <a:t>7. Documentación: informes técnicos y ejecutivos.</a:t>
          </a:r>
        </a:p>
      </dgm:t>
    </dgm:pt>
    <dgm:pt modelId="{0BF70CDF-1C31-4242-89A5-569A4A8404DF}" type="parTrans" cxnId="{4B7730D0-BF6A-41A5-9C65-49FD792196F1}">
      <dgm:prSet/>
      <dgm:spPr/>
      <dgm:t>
        <a:bodyPr/>
        <a:lstStyle/>
        <a:p>
          <a:endParaRPr lang="en-US"/>
        </a:p>
      </dgm:t>
    </dgm:pt>
    <dgm:pt modelId="{E914671B-C843-458A-87A6-3D764280FBFC}" type="sibTrans" cxnId="{4B7730D0-BF6A-41A5-9C65-49FD792196F1}">
      <dgm:prSet/>
      <dgm:spPr/>
      <dgm:t>
        <a:bodyPr/>
        <a:lstStyle/>
        <a:p>
          <a:endParaRPr lang="en-US"/>
        </a:p>
      </dgm:t>
    </dgm:pt>
    <dgm:pt modelId="{62DC176F-5036-47AA-BE0B-9BFB90231AA4}" type="pres">
      <dgm:prSet presAssocID="{1C5CA492-0265-4E4B-9EC2-BF6FD54393C6}" presName="linear" presStyleCnt="0">
        <dgm:presLayoutVars>
          <dgm:animLvl val="lvl"/>
          <dgm:resizeHandles val="exact"/>
        </dgm:presLayoutVars>
      </dgm:prSet>
      <dgm:spPr/>
    </dgm:pt>
    <dgm:pt modelId="{42A5939B-89C6-4A98-B623-27F23A60BD7B}" type="pres">
      <dgm:prSet presAssocID="{546DDC7A-57A8-4423-8964-5DA2FE7D379C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0B168087-27E4-4391-83D8-E6FE1951BEA4}" type="pres">
      <dgm:prSet presAssocID="{BBA1EE81-D225-4372-ACFE-3F0AB7AE6DB3}" presName="spacer" presStyleCnt="0"/>
      <dgm:spPr/>
    </dgm:pt>
    <dgm:pt modelId="{EB0578A8-7793-4687-AA7E-A00647D775E4}" type="pres">
      <dgm:prSet presAssocID="{0B2AB497-6526-4665-9F3B-29E60B8EE59F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91FB2BC2-00C5-484E-9862-1AFA80D7362F}" type="pres">
      <dgm:prSet presAssocID="{F7F54036-9B3B-4C09-9DD9-90A3E8A24B7C}" presName="spacer" presStyleCnt="0"/>
      <dgm:spPr/>
    </dgm:pt>
    <dgm:pt modelId="{3B8F87F4-797D-414F-8302-75056FC40ACB}" type="pres">
      <dgm:prSet presAssocID="{46033980-B4DF-4114-9973-28A2CB86B714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A804FD67-F676-44CF-9358-316F89A15A33}" type="pres">
      <dgm:prSet presAssocID="{A8434BB0-0BBE-4DD0-93B4-75B670E4BF9D}" presName="spacer" presStyleCnt="0"/>
      <dgm:spPr/>
    </dgm:pt>
    <dgm:pt modelId="{4AB88AAE-A03B-41AC-9DD8-A5F154026C56}" type="pres">
      <dgm:prSet presAssocID="{9C05E599-08A3-4BA9-A356-4DDE17171AAB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90275349-C37C-4A99-8F7B-0F96B8161748}" type="pres">
      <dgm:prSet presAssocID="{CE20979A-EB2A-42FD-8529-62B61269E564}" presName="spacer" presStyleCnt="0"/>
      <dgm:spPr/>
    </dgm:pt>
    <dgm:pt modelId="{A6E69B9C-2A56-499C-9B0E-1457E25DF978}" type="pres">
      <dgm:prSet presAssocID="{7D2CBD0E-2A6E-4855-A23C-EB3A870366A6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E41AE647-B3D7-47AF-9418-D0CAFBF1F263}" type="pres">
      <dgm:prSet presAssocID="{75D39719-6984-4BEF-8052-995B93BF4798}" presName="spacer" presStyleCnt="0"/>
      <dgm:spPr/>
    </dgm:pt>
    <dgm:pt modelId="{F3426ADB-B8F4-477C-A13B-6455F5C32F99}" type="pres">
      <dgm:prSet presAssocID="{8AFA5F29-F65B-4254-A87B-07BF27B7772E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13395A84-F9F4-4AC8-8190-BC4C9BBAB575}" type="pres">
      <dgm:prSet presAssocID="{18D0BE62-020B-4E9E-95BD-032BF5BB8058}" presName="spacer" presStyleCnt="0"/>
      <dgm:spPr/>
    </dgm:pt>
    <dgm:pt modelId="{32250753-CE32-48A8-B0A1-5497A5B50FF5}" type="pres">
      <dgm:prSet presAssocID="{665C6AE8-9500-4794-8D35-320E246257EB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30374A05-93C5-44D5-B6C5-7609EB1D2127}" type="presOf" srcId="{46033980-B4DF-4114-9973-28A2CB86B714}" destId="{3B8F87F4-797D-414F-8302-75056FC40ACB}" srcOrd="0" destOrd="0" presId="urn:microsoft.com/office/officeart/2005/8/layout/vList2"/>
    <dgm:cxn modelId="{47423C14-E726-4CD0-9CF7-4429F4926D43}" type="presOf" srcId="{7D2CBD0E-2A6E-4855-A23C-EB3A870366A6}" destId="{A6E69B9C-2A56-499C-9B0E-1457E25DF978}" srcOrd="0" destOrd="0" presId="urn:microsoft.com/office/officeart/2005/8/layout/vList2"/>
    <dgm:cxn modelId="{96CBB316-5DA5-459A-AA19-2BDB0265C61F}" type="presOf" srcId="{1C5CA492-0265-4E4B-9EC2-BF6FD54393C6}" destId="{62DC176F-5036-47AA-BE0B-9BFB90231AA4}" srcOrd="0" destOrd="0" presId="urn:microsoft.com/office/officeart/2005/8/layout/vList2"/>
    <dgm:cxn modelId="{5F9F4A1A-FD58-4AB3-8486-21FF12F6DF9F}" srcId="{1C5CA492-0265-4E4B-9EC2-BF6FD54393C6}" destId="{46033980-B4DF-4114-9973-28A2CB86B714}" srcOrd="2" destOrd="0" parTransId="{201C2136-A690-4317-B4BF-40D73B9C7D8A}" sibTransId="{A8434BB0-0BBE-4DD0-93B4-75B670E4BF9D}"/>
    <dgm:cxn modelId="{B759855F-E36D-4BA4-8AE9-340CCFBCFB08}" type="presOf" srcId="{665C6AE8-9500-4794-8D35-320E246257EB}" destId="{32250753-CE32-48A8-B0A1-5497A5B50FF5}" srcOrd="0" destOrd="0" presId="urn:microsoft.com/office/officeart/2005/8/layout/vList2"/>
    <dgm:cxn modelId="{348BEB46-661D-4E89-A862-CC04F3C1599C}" srcId="{1C5CA492-0265-4E4B-9EC2-BF6FD54393C6}" destId="{0B2AB497-6526-4665-9F3B-29E60B8EE59F}" srcOrd="1" destOrd="0" parTransId="{930AEDA7-192B-4A7B-87EF-B46C773AE625}" sibTransId="{F7F54036-9B3B-4C09-9DD9-90A3E8A24B7C}"/>
    <dgm:cxn modelId="{BD5C4473-9F4B-402E-922B-D9D1023D6790}" type="presOf" srcId="{546DDC7A-57A8-4423-8964-5DA2FE7D379C}" destId="{42A5939B-89C6-4A98-B623-27F23A60BD7B}" srcOrd="0" destOrd="0" presId="urn:microsoft.com/office/officeart/2005/8/layout/vList2"/>
    <dgm:cxn modelId="{82BDCE8C-6EC7-45EE-895A-6342D895268C}" srcId="{1C5CA492-0265-4E4B-9EC2-BF6FD54393C6}" destId="{8AFA5F29-F65B-4254-A87B-07BF27B7772E}" srcOrd="5" destOrd="0" parTransId="{C621A498-3826-4567-9829-6B96CD11630D}" sibTransId="{18D0BE62-020B-4E9E-95BD-032BF5BB8058}"/>
    <dgm:cxn modelId="{5A13D3C0-121A-4878-AFB4-C235AA1BB737}" type="presOf" srcId="{0B2AB497-6526-4665-9F3B-29E60B8EE59F}" destId="{EB0578A8-7793-4687-AA7E-A00647D775E4}" srcOrd="0" destOrd="0" presId="urn:microsoft.com/office/officeart/2005/8/layout/vList2"/>
    <dgm:cxn modelId="{4B7730D0-BF6A-41A5-9C65-49FD792196F1}" srcId="{1C5CA492-0265-4E4B-9EC2-BF6FD54393C6}" destId="{665C6AE8-9500-4794-8D35-320E246257EB}" srcOrd="6" destOrd="0" parTransId="{0BF70CDF-1C31-4242-89A5-569A4A8404DF}" sibTransId="{E914671B-C843-458A-87A6-3D764280FBFC}"/>
    <dgm:cxn modelId="{969F5AD1-0357-4AF2-B02D-CD08C0FD72B4}" srcId="{1C5CA492-0265-4E4B-9EC2-BF6FD54393C6}" destId="{7D2CBD0E-2A6E-4855-A23C-EB3A870366A6}" srcOrd="4" destOrd="0" parTransId="{6A3323ED-E0E6-4354-AA08-831BBDB24AED}" sibTransId="{75D39719-6984-4BEF-8052-995B93BF4798}"/>
    <dgm:cxn modelId="{C8E8EBD1-D438-4ACE-932D-8E5DDE62D58F}" type="presOf" srcId="{8AFA5F29-F65B-4254-A87B-07BF27B7772E}" destId="{F3426ADB-B8F4-477C-A13B-6455F5C32F99}" srcOrd="0" destOrd="0" presId="urn:microsoft.com/office/officeart/2005/8/layout/vList2"/>
    <dgm:cxn modelId="{4721F8DA-9D7C-4A51-A3B6-316685736C23}" srcId="{1C5CA492-0265-4E4B-9EC2-BF6FD54393C6}" destId="{9C05E599-08A3-4BA9-A356-4DDE17171AAB}" srcOrd="3" destOrd="0" parTransId="{C3418E49-2BAC-4876-BC7A-92B4AB425D62}" sibTransId="{CE20979A-EB2A-42FD-8529-62B61269E564}"/>
    <dgm:cxn modelId="{D376F5DF-9EE3-4720-91D9-4A8448D266F7}" srcId="{1C5CA492-0265-4E4B-9EC2-BF6FD54393C6}" destId="{546DDC7A-57A8-4423-8964-5DA2FE7D379C}" srcOrd="0" destOrd="0" parTransId="{8EE03385-1E21-4955-9932-F597A7F64DAB}" sibTransId="{BBA1EE81-D225-4372-ACFE-3F0AB7AE6DB3}"/>
    <dgm:cxn modelId="{BC6907F4-C93F-41F2-A7DA-B9A5182359A0}" type="presOf" srcId="{9C05E599-08A3-4BA9-A356-4DDE17171AAB}" destId="{4AB88AAE-A03B-41AC-9DD8-A5F154026C56}" srcOrd="0" destOrd="0" presId="urn:microsoft.com/office/officeart/2005/8/layout/vList2"/>
    <dgm:cxn modelId="{AB7EE0F7-25B9-480D-883E-6C8D56AE4297}" type="presParOf" srcId="{62DC176F-5036-47AA-BE0B-9BFB90231AA4}" destId="{42A5939B-89C6-4A98-B623-27F23A60BD7B}" srcOrd="0" destOrd="0" presId="urn:microsoft.com/office/officeart/2005/8/layout/vList2"/>
    <dgm:cxn modelId="{B60F2CB3-DB49-41F9-8E0F-2547E3FDB257}" type="presParOf" srcId="{62DC176F-5036-47AA-BE0B-9BFB90231AA4}" destId="{0B168087-27E4-4391-83D8-E6FE1951BEA4}" srcOrd="1" destOrd="0" presId="urn:microsoft.com/office/officeart/2005/8/layout/vList2"/>
    <dgm:cxn modelId="{BEF67F25-2981-4E7E-8E5A-0D6325D39288}" type="presParOf" srcId="{62DC176F-5036-47AA-BE0B-9BFB90231AA4}" destId="{EB0578A8-7793-4687-AA7E-A00647D775E4}" srcOrd="2" destOrd="0" presId="urn:microsoft.com/office/officeart/2005/8/layout/vList2"/>
    <dgm:cxn modelId="{6023A9E3-5E57-49AA-822D-5CBCC4DB6E8F}" type="presParOf" srcId="{62DC176F-5036-47AA-BE0B-9BFB90231AA4}" destId="{91FB2BC2-00C5-484E-9862-1AFA80D7362F}" srcOrd="3" destOrd="0" presId="urn:microsoft.com/office/officeart/2005/8/layout/vList2"/>
    <dgm:cxn modelId="{C33EAC45-62EC-4410-A1EA-63CA26DB2323}" type="presParOf" srcId="{62DC176F-5036-47AA-BE0B-9BFB90231AA4}" destId="{3B8F87F4-797D-414F-8302-75056FC40ACB}" srcOrd="4" destOrd="0" presId="urn:microsoft.com/office/officeart/2005/8/layout/vList2"/>
    <dgm:cxn modelId="{E3719BEF-F7B7-4063-83C4-61C1D9086774}" type="presParOf" srcId="{62DC176F-5036-47AA-BE0B-9BFB90231AA4}" destId="{A804FD67-F676-44CF-9358-316F89A15A33}" srcOrd="5" destOrd="0" presId="urn:microsoft.com/office/officeart/2005/8/layout/vList2"/>
    <dgm:cxn modelId="{D7F0AE50-A79E-4B19-BE0C-0D65AC4A43A0}" type="presParOf" srcId="{62DC176F-5036-47AA-BE0B-9BFB90231AA4}" destId="{4AB88AAE-A03B-41AC-9DD8-A5F154026C56}" srcOrd="6" destOrd="0" presId="urn:microsoft.com/office/officeart/2005/8/layout/vList2"/>
    <dgm:cxn modelId="{3C6AB78A-F5DA-4076-B680-CDA027930666}" type="presParOf" srcId="{62DC176F-5036-47AA-BE0B-9BFB90231AA4}" destId="{90275349-C37C-4A99-8F7B-0F96B8161748}" srcOrd="7" destOrd="0" presId="urn:microsoft.com/office/officeart/2005/8/layout/vList2"/>
    <dgm:cxn modelId="{137C7B0C-FF06-4769-9FAE-797DAC5A1ED4}" type="presParOf" srcId="{62DC176F-5036-47AA-BE0B-9BFB90231AA4}" destId="{A6E69B9C-2A56-499C-9B0E-1457E25DF978}" srcOrd="8" destOrd="0" presId="urn:microsoft.com/office/officeart/2005/8/layout/vList2"/>
    <dgm:cxn modelId="{72B9C8B4-E6E2-450F-9BBD-9D2B1C82FAE8}" type="presParOf" srcId="{62DC176F-5036-47AA-BE0B-9BFB90231AA4}" destId="{E41AE647-B3D7-47AF-9418-D0CAFBF1F263}" srcOrd="9" destOrd="0" presId="urn:microsoft.com/office/officeart/2005/8/layout/vList2"/>
    <dgm:cxn modelId="{BAC9F05D-B1C6-4800-8832-799E9FE2B6BF}" type="presParOf" srcId="{62DC176F-5036-47AA-BE0B-9BFB90231AA4}" destId="{F3426ADB-B8F4-477C-A13B-6455F5C32F99}" srcOrd="10" destOrd="0" presId="urn:microsoft.com/office/officeart/2005/8/layout/vList2"/>
    <dgm:cxn modelId="{7D7D5DE9-9974-4687-8D91-D76829421C87}" type="presParOf" srcId="{62DC176F-5036-47AA-BE0B-9BFB90231AA4}" destId="{13395A84-F9F4-4AC8-8190-BC4C9BBAB575}" srcOrd="11" destOrd="0" presId="urn:microsoft.com/office/officeart/2005/8/layout/vList2"/>
    <dgm:cxn modelId="{4A524F21-8512-4B01-926C-F23C5070B260}" type="presParOf" srcId="{62DC176F-5036-47AA-BE0B-9BFB90231AA4}" destId="{32250753-CE32-48A8-B0A1-5497A5B50FF5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9B30F7-C505-43CB-8F58-0043A66DEC7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D8229D-5AD6-4B88-857E-179669E09B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Caja Negra: sin información previa del sistema objetivo.</a:t>
          </a:r>
        </a:p>
      </dgm:t>
    </dgm:pt>
    <dgm:pt modelId="{3D94E2C7-72EB-4F36-B8D5-2210E16C38BC}" type="parTrans" cxnId="{DB3A4F69-7FB6-4310-B9B8-97412B2D01A0}">
      <dgm:prSet/>
      <dgm:spPr/>
      <dgm:t>
        <a:bodyPr/>
        <a:lstStyle/>
        <a:p>
          <a:endParaRPr lang="en-US"/>
        </a:p>
      </dgm:t>
    </dgm:pt>
    <dgm:pt modelId="{EFF20C57-7EA9-44BE-AF8C-0C01256A54CB}" type="sibTrans" cxnId="{DB3A4F69-7FB6-4310-B9B8-97412B2D01A0}">
      <dgm:prSet/>
      <dgm:spPr/>
      <dgm:t>
        <a:bodyPr/>
        <a:lstStyle/>
        <a:p>
          <a:endParaRPr lang="en-US"/>
        </a:p>
      </dgm:t>
    </dgm:pt>
    <dgm:pt modelId="{3555FD23-BF8F-45D2-9988-DC41EA44C1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Caja Gris: información parcial del sistema.</a:t>
          </a:r>
        </a:p>
      </dgm:t>
    </dgm:pt>
    <dgm:pt modelId="{368D8DD5-8FD4-474F-BE5C-E23EC6CF75F5}" type="parTrans" cxnId="{7D4FF2B9-6BEC-488B-9A2D-4956F1FAD099}">
      <dgm:prSet/>
      <dgm:spPr/>
      <dgm:t>
        <a:bodyPr/>
        <a:lstStyle/>
        <a:p>
          <a:endParaRPr lang="en-US"/>
        </a:p>
      </dgm:t>
    </dgm:pt>
    <dgm:pt modelId="{93684989-9425-4F4F-AB9D-BEB7EB9FDB93}" type="sibTrans" cxnId="{7D4FF2B9-6BEC-488B-9A2D-4956F1FAD099}">
      <dgm:prSet/>
      <dgm:spPr/>
      <dgm:t>
        <a:bodyPr/>
        <a:lstStyle/>
        <a:p>
          <a:endParaRPr lang="en-US"/>
        </a:p>
      </dgm:t>
    </dgm:pt>
    <dgm:pt modelId="{DC17D3CB-501E-4B4F-B88B-7470B3654A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Caja Blanca: acceso completo a la infraestructura.</a:t>
          </a:r>
        </a:p>
      </dgm:t>
    </dgm:pt>
    <dgm:pt modelId="{3E524E33-5F45-4229-A4FE-C82890C28C17}" type="parTrans" cxnId="{7FA12841-DC4A-4AD4-BC70-C05837A6F1E9}">
      <dgm:prSet/>
      <dgm:spPr/>
      <dgm:t>
        <a:bodyPr/>
        <a:lstStyle/>
        <a:p>
          <a:endParaRPr lang="en-US"/>
        </a:p>
      </dgm:t>
    </dgm:pt>
    <dgm:pt modelId="{9E2612A7-913A-4578-A453-E6C1D1D17A47}" type="sibTrans" cxnId="{7FA12841-DC4A-4AD4-BC70-C05837A6F1E9}">
      <dgm:prSet/>
      <dgm:spPr/>
      <dgm:t>
        <a:bodyPr/>
        <a:lstStyle/>
        <a:p>
          <a:endParaRPr lang="en-US"/>
        </a:p>
      </dgm:t>
    </dgm:pt>
    <dgm:pt modelId="{212F4E88-C08F-4F77-9E96-48BAF10116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Otras variantes: Double Bind, Reversal.</a:t>
          </a:r>
        </a:p>
      </dgm:t>
    </dgm:pt>
    <dgm:pt modelId="{3F515D9B-88DF-4D97-96FC-0E6F269B700C}" type="parTrans" cxnId="{FE07F21E-FD50-44DD-90AB-8F14EC468ECB}">
      <dgm:prSet/>
      <dgm:spPr/>
      <dgm:t>
        <a:bodyPr/>
        <a:lstStyle/>
        <a:p>
          <a:endParaRPr lang="en-US"/>
        </a:p>
      </dgm:t>
    </dgm:pt>
    <dgm:pt modelId="{3B3A78E7-BF56-45CB-B76E-EBB7FF9097A5}" type="sibTrans" cxnId="{FE07F21E-FD50-44DD-90AB-8F14EC468ECB}">
      <dgm:prSet/>
      <dgm:spPr/>
      <dgm:t>
        <a:bodyPr/>
        <a:lstStyle/>
        <a:p>
          <a:endParaRPr lang="en-US"/>
        </a:p>
      </dgm:t>
    </dgm:pt>
    <dgm:pt modelId="{014EE0EB-E399-451C-8137-31D0507AE83B}" type="pres">
      <dgm:prSet presAssocID="{EC9B30F7-C505-43CB-8F58-0043A66DEC77}" presName="root" presStyleCnt="0">
        <dgm:presLayoutVars>
          <dgm:dir/>
          <dgm:resizeHandles val="exact"/>
        </dgm:presLayoutVars>
      </dgm:prSet>
      <dgm:spPr/>
    </dgm:pt>
    <dgm:pt modelId="{84790596-70C9-4C12-B922-AD124F0194E0}" type="pres">
      <dgm:prSet presAssocID="{E4D8229D-5AD6-4B88-857E-179669E09BB4}" presName="compNode" presStyleCnt="0"/>
      <dgm:spPr/>
    </dgm:pt>
    <dgm:pt modelId="{8E7EC25B-5EA0-420D-B02A-3E96FB689FED}" type="pres">
      <dgm:prSet presAssocID="{E4D8229D-5AD6-4B88-857E-179669E09BB4}" presName="bgRect" presStyleLbl="bgShp" presStyleIdx="0" presStyleCnt="4"/>
      <dgm:spPr/>
    </dgm:pt>
    <dgm:pt modelId="{CE569E05-A9E2-4C51-8709-1CB2155B1AE4}" type="pres">
      <dgm:prSet presAssocID="{E4D8229D-5AD6-4B88-857E-179669E09BB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47F049DC-150A-43E3-A44E-08328075EC71}" type="pres">
      <dgm:prSet presAssocID="{E4D8229D-5AD6-4B88-857E-179669E09BB4}" presName="spaceRect" presStyleCnt="0"/>
      <dgm:spPr/>
    </dgm:pt>
    <dgm:pt modelId="{4BBB1641-F1BB-4D22-8F90-123777124007}" type="pres">
      <dgm:prSet presAssocID="{E4D8229D-5AD6-4B88-857E-179669E09BB4}" presName="parTx" presStyleLbl="revTx" presStyleIdx="0" presStyleCnt="4">
        <dgm:presLayoutVars>
          <dgm:chMax val="0"/>
          <dgm:chPref val="0"/>
        </dgm:presLayoutVars>
      </dgm:prSet>
      <dgm:spPr/>
    </dgm:pt>
    <dgm:pt modelId="{040F705B-7CC1-4BA2-AD50-BEE0ACA952F1}" type="pres">
      <dgm:prSet presAssocID="{EFF20C57-7EA9-44BE-AF8C-0C01256A54CB}" presName="sibTrans" presStyleCnt="0"/>
      <dgm:spPr/>
    </dgm:pt>
    <dgm:pt modelId="{6575B76E-2B94-4D62-AC3C-848F565323E5}" type="pres">
      <dgm:prSet presAssocID="{3555FD23-BF8F-45D2-9988-DC41EA44C1C8}" presName="compNode" presStyleCnt="0"/>
      <dgm:spPr/>
    </dgm:pt>
    <dgm:pt modelId="{8419400C-4445-4D48-A880-31D37199F157}" type="pres">
      <dgm:prSet presAssocID="{3555FD23-BF8F-45D2-9988-DC41EA44C1C8}" presName="bgRect" presStyleLbl="bgShp" presStyleIdx="1" presStyleCnt="4"/>
      <dgm:spPr/>
    </dgm:pt>
    <dgm:pt modelId="{FF4EB78D-4E5F-4B09-A913-97AEFA0152D0}" type="pres">
      <dgm:prSet presAssocID="{3555FD23-BF8F-45D2-9988-DC41EA44C1C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E9B0873-2425-469F-BC58-7C29A4BE9817}" type="pres">
      <dgm:prSet presAssocID="{3555FD23-BF8F-45D2-9988-DC41EA44C1C8}" presName="spaceRect" presStyleCnt="0"/>
      <dgm:spPr/>
    </dgm:pt>
    <dgm:pt modelId="{9E737430-C6AB-4C8C-88DB-7CD04E7E4EBD}" type="pres">
      <dgm:prSet presAssocID="{3555FD23-BF8F-45D2-9988-DC41EA44C1C8}" presName="parTx" presStyleLbl="revTx" presStyleIdx="1" presStyleCnt="4">
        <dgm:presLayoutVars>
          <dgm:chMax val="0"/>
          <dgm:chPref val="0"/>
        </dgm:presLayoutVars>
      </dgm:prSet>
      <dgm:spPr/>
    </dgm:pt>
    <dgm:pt modelId="{B1573EFB-5575-4A70-ADC7-42C1537C21F6}" type="pres">
      <dgm:prSet presAssocID="{93684989-9425-4F4F-AB9D-BEB7EB9FDB93}" presName="sibTrans" presStyleCnt="0"/>
      <dgm:spPr/>
    </dgm:pt>
    <dgm:pt modelId="{F190EF40-09EA-49EB-A350-78A9B38EFA24}" type="pres">
      <dgm:prSet presAssocID="{DC17D3CB-501E-4B4F-B88B-7470B3654A0F}" presName="compNode" presStyleCnt="0"/>
      <dgm:spPr/>
    </dgm:pt>
    <dgm:pt modelId="{396DC1AC-9156-49FE-92BC-71524AF2096D}" type="pres">
      <dgm:prSet presAssocID="{DC17D3CB-501E-4B4F-B88B-7470B3654A0F}" presName="bgRect" presStyleLbl="bgShp" presStyleIdx="2" presStyleCnt="4"/>
      <dgm:spPr/>
    </dgm:pt>
    <dgm:pt modelId="{1B9A4683-EF92-4C39-ACE9-51B2BB12B5A0}" type="pres">
      <dgm:prSet presAssocID="{DC17D3CB-501E-4B4F-B88B-7470B3654A0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untain scene"/>
        </a:ext>
      </dgm:extLst>
    </dgm:pt>
    <dgm:pt modelId="{E05752F8-4207-4A6F-B9C0-172BA63A022B}" type="pres">
      <dgm:prSet presAssocID="{DC17D3CB-501E-4B4F-B88B-7470B3654A0F}" presName="spaceRect" presStyleCnt="0"/>
      <dgm:spPr/>
    </dgm:pt>
    <dgm:pt modelId="{BA94BA84-26CE-438F-A0AC-F3321E353D94}" type="pres">
      <dgm:prSet presAssocID="{DC17D3CB-501E-4B4F-B88B-7470B3654A0F}" presName="parTx" presStyleLbl="revTx" presStyleIdx="2" presStyleCnt="4">
        <dgm:presLayoutVars>
          <dgm:chMax val="0"/>
          <dgm:chPref val="0"/>
        </dgm:presLayoutVars>
      </dgm:prSet>
      <dgm:spPr/>
    </dgm:pt>
    <dgm:pt modelId="{6322C639-CD17-4EE7-B177-A0BAB0008124}" type="pres">
      <dgm:prSet presAssocID="{9E2612A7-913A-4578-A453-E6C1D1D17A47}" presName="sibTrans" presStyleCnt="0"/>
      <dgm:spPr/>
    </dgm:pt>
    <dgm:pt modelId="{F95ECB7C-06A8-47C1-88DC-7AFA806A497E}" type="pres">
      <dgm:prSet presAssocID="{212F4E88-C08F-4F77-9E96-48BAF1011604}" presName="compNode" presStyleCnt="0"/>
      <dgm:spPr/>
    </dgm:pt>
    <dgm:pt modelId="{958A0B79-41FC-47C3-B9E1-5AFFC693EC30}" type="pres">
      <dgm:prSet presAssocID="{212F4E88-C08F-4F77-9E96-48BAF1011604}" presName="bgRect" presStyleLbl="bgShp" presStyleIdx="3" presStyleCnt="4"/>
      <dgm:spPr/>
    </dgm:pt>
    <dgm:pt modelId="{64B6E0D9-7E8E-4273-B543-C48F48D04F7C}" type="pres">
      <dgm:prSet presAssocID="{212F4E88-C08F-4F77-9E96-48BAF101160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1AD8CD62-DE27-41AD-ACF6-AAA6DEDBA87A}" type="pres">
      <dgm:prSet presAssocID="{212F4E88-C08F-4F77-9E96-48BAF1011604}" presName="spaceRect" presStyleCnt="0"/>
      <dgm:spPr/>
    </dgm:pt>
    <dgm:pt modelId="{965B53C1-B91A-4274-AEA1-DC8599E657BE}" type="pres">
      <dgm:prSet presAssocID="{212F4E88-C08F-4F77-9E96-48BAF101160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1924E1E-3934-46C4-BAE3-F9F9052DA1EC}" type="presOf" srcId="{E4D8229D-5AD6-4B88-857E-179669E09BB4}" destId="{4BBB1641-F1BB-4D22-8F90-123777124007}" srcOrd="0" destOrd="0" presId="urn:microsoft.com/office/officeart/2018/2/layout/IconVerticalSolidList"/>
    <dgm:cxn modelId="{FE07F21E-FD50-44DD-90AB-8F14EC468ECB}" srcId="{EC9B30F7-C505-43CB-8F58-0043A66DEC77}" destId="{212F4E88-C08F-4F77-9E96-48BAF1011604}" srcOrd="3" destOrd="0" parTransId="{3F515D9B-88DF-4D97-96FC-0E6F269B700C}" sibTransId="{3B3A78E7-BF56-45CB-B76E-EBB7FF9097A5}"/>
    <dgm:cxn modelId="{1A02EA5E-7050-4ACF-B8F4-B81484D3BB86}" type="presOf" srcId="{3555FD23-BF8F-45D2-9988-DC41EA44C1C8}" destId="{9E737430-C6AB-4C8C-88DB-7CD04E7E4EBD}" srcOrd="0" destOrd="0" presId="urn:microsoft.com/office/officeart/2018/2/layout/IconVerticalSolidList"/>
    <dgm:cxn modelId="{7FA12841-DC4A-4AD4-BC70-C05837A6F1E9}" srcId="{EC9B30F7-C505-43CB-8F58-0043A66DEC77}" destId="{DC17D3CB-501E-4B4F-B88B-7470B3654A0F}" srcOrd="2" destOrd="0" parTransId="{3E524E33-5F45-4229-A4FE-C82890C28C17}" sibTransId="{9E2612A7-913A-4578-A453-E6C1D1D17A47}"/>
    <dgm:cxn modelId="{DB3A4F69-7FB6-4310-B9B8-97412B2D01A0}" srcId="{EC9B30F7-C505-43CB-8F58-0043A66DEC77}" destId="{E4D8229D-5AD6-4B88-857E-179669E09BB4}" srcOrd="0" destOrd="0" parTransId="{3D94E2C7-72EB-4F36-B8D5-2210E16C38BC}" sibTransId="{EFF20C57-7EA9-44BE-AF8C-0C01256A54CB}"/>
    <dgm:cxn modelId="{1A3D096D-E502-4F73-8833-A5CFAD91B470}" type="presOf" srcId="{EC9B30F7-C505-43CB-8F58-0043A66DEC77}" destId="{014EE0EB-E399-451C-8137-31D0507AE83B}" srcOrd="0" destOrd="0" presId="urn:microsoft.com/office/officeart/2018/2/layout/IconVerticalSolidList"/>
    <dgm:cxn modelId="{69C33FB4-FBC1-4816-995F-B60493D25955}" type="presOf" srcId="{DC17D3CB-501E-4B4F-B88B-7470B3654A0F}" destId="{BA94BA84-26CE-438F-A0AC-F3321E353D94}" srcOrd="0" destOrd="0" presId="urn:microsoft.com/office/officeart/2018/2/layout/IconVerticalSolidList"/>
    <dgm:cxn modelId="{50CEA4B6-B82B-484F-8705-99183CD0A1C6}" type="presOf" srcId="{212F4E88-C08F-4F77-9E96-48BAF1011604}" destId="{965B53C1-B91A-4274-AEA1-DC8599E657BE}" srcOrd="0" destOrd="0" presId="urn:microsoft.com/office/officeart/2018/2/layout/IconVerticalSolidList"/>
    <dgm:cxn modelId="{7D4FF2B9-6BEC-488B-9A2D-4956F1FAD099}" srcId="{EC9B30F7-C505-43CB-8F58-0043A66DEC77}" destId="{3555FD23-BF8F-45D2-9988-DC41EA44C1C8}" srcOrd="1" destOrd="0" parTransId="{368D8DD5-8FD4-474F-BE5C-E23EC6CF75F5}" sibTransId="{93684989-9425-4F4F-AB9D-BEB7EB9FDB93}"/>
    <dgm:cxn modelId="{711853B0-1C48-44EB-991D-668F07A37A07}" type="presParOf" srcId="{014EE0EB-E399-451C-8137-31D0507AE83B}" destId="{84790596-70C9-4C12-B922-AD124F0194E0}" srcOrd="0" destOrd="0" presId="urn:microsoft.com/office/officeart/2018/2/layout/IconVerticalSolidList"/>
    <dgm:cxn modelId="{6DF061D9-B0B7-4053-9B25-CEACB24E2A72}" type="presParOf" srcId="{84790596-70C9-4C12-B922-AD124F0194E0}" destId="{8E7EC25B-5EA0-420D-B02A-3E96FB689FED}" srcOrd="0" destOrd="0" presId="urn:microsoft.com/office/officeart/2018/2/layout/IconVerticalSolidList"/>
    <dgm:cxn modelId="{94F1523F-C1C4-4B40-A3BA-5F5FF099C2CD}" type="presParOf" srcId="{84790596-70C9-4C12-B922-AD124F0194E0}" destId="{CE569E05-A9E2-4C51-8709-1CB2155B1AE4}" srcOrd="1" destOrd="0" presId="urn:microsoft.com/office/officeart/2018/2/layout/IconVerticalSolidList"/>
    <dgm:cxn modelId="{32FADC33-9DD4-4411-90FB-13E5D7836A68}" type="presParOf" srcId="{84790596-70C9-4C12-B922-AD124F0194E0}" destId="{47F049DC-150A-43E3-A44E-08328075EC71}" srcOrd="2" destOrd="0" presId="urn:microsoft.com/office/officeart/2018/2/layout/IconVerticalSolidList"/>
    <dgm:cxn modelId="{467CA091-9BC4-42EB-9A05-DF53AC6DD3ED}" type="presParOf" srcId="{84790596-70C9-4C12-B922-AD124F0194E0}" destId="{4BBB1641-F1BB-4D22-8F90-123777124007}" srcOrd="3" destOrd="0" presId="urn:microsoft.com/office/officeart/2018/2/layout/IconVerticalSolidList"/>
    <dgm:cxn modelId="{D0FD19AB-74C6-4C3D-9F59-A0B149BC3453}" type="presParOf" srcId="{014EE0EB-E399-451C-8137-31D0507AE83B}" destId="{040F705B-7CC1-4BA2-AD50-BEE0ACA952F1}" srcOrd="1" destOrd="0" presId="urn:microsoft.com/office/officeart/2018/2/layout/IconVerticalSolidList"/>
    <dgm:cxn modelId="{190A425E-DC37-48CB-B8EA-476AC6C294E4}" type="presParOf" srcId="{014EE0EB-E399-451C-8137-31D0507AE83B}" destId="{6575B76E-2B94-4D62-AC3C-848F565323E5}" srcOrd="2" destOrd="0" presId="urn:microsoft.com/office/officeart/2018/2/layout/IconVerticalSolidList"/>
    <dgm:cxn modelId="{8E449AD0-9522-47CC-BC3C-D00CA91ACBDF}" type="presParOf" srcId="{6575B76E-2B94-4D62-AC3C-848F565323E5}" destId="{8419400C-4445-4D48-A880-31D37199F157}" srcOrd="0" destOrd="0" presId="urn:microsoft.com/office/officeart/2018/2/layout/IconVerticalSolidList"/>
    <dgm:cxn modelId="{2C09E2E7-2CEC-41D4-8BFD-382DD2DD4FF0}" type="presParOf" srcId="{6575B76E-2B94-4D62-AC3C-848F565323E5}" destId="{FF4EB78D-4E5F-4B09-A913-97AEFA0152D0}" srcOrd="1" destOrd="0" presId="urn:microsoft.com/office/officeart/2018/2/layout/IconVerticalSolidList"/>
    <dgm:cxn modelId="{ED52D8A6-74AF-407E-AA71-CF7A4963D340}" type="presParOf" srcId="{6575B76E-2B94-4D62-AC3C-848F565323E5}" destId="{AE9B0873-2425-469F-BC58-7C29A4BE9817}" srcOrd="2" destOrd="0" presId="urn:microsoft.com/office/officeart/2018/2/layout/IconVerticalSolidList"/>
    <dgm:cxn modelId="{E8933853-D117-496B-910B-090A903CCA01}" type="presParOf" srcId="{6575B76E-2B94-4D62-AC3C-848F565323E5}" destId="{9E737430-C6AB-4C8C-88DB-7CD04E7E4EBD}" srcOrd="3" destOrd="0" presId="urn:microsoft.com/office/officeart/2018/2/layout/IconVerticalSolidList"/>
    <dgm:cxn modelId="{92041115-2FB6-43BB-BEE9-A4EE6CA50C00}" type="presParOf" srcId="{014EE0EB-E399-451C-8137-31D0507AE83B}" destId="{B1573EFB-5575-4A70-ADC7-42C1537C21F6}" srcOrd="3" destOrd="0" presId="urn:microsoft.com/office/officeart/2018/2/layout/IconVerticalSolidList"/>
    <dgm:cxn modelId="{3A66372B-3063-4C04-9B46-159A0B7A0881}" type="presParOf" srcId="{014EE0EB-E399-451C-8137-31D0507AE83B}" destId="{F190EF40-09EA-49EB-A350-78A9B38EFA24}" srcOrd="4" destOrd="0" presId="urn:microsoft.com/office/officeart/2018/2/layout/IconVerticalSolidList"/>
    <dgm:cxn modelId="{FB05637B-831D-4E31-AEB1-BA19CE64B227}" type="presParOf" srcId="{F190EF40-09EA-49EB-A350-78A9B38EFA24}" destId="{396DC1AC-9156-49FE-92BC-71524AF2096D}" srcOrd="0" destOrd="0" presId="urn:microsoft.com/office/officeart/2018/2/layout/IconVerticalSolidList"/>
    <dgm:cxn modelId="{F6E73937-4537-480D-BF54-20789543997D}" type="presParOf" srcId="{F190EF40-09EA-49EB-A350-78A9B38EFA24}" destId="{1B9A4683-EF92-4C39-ACE9-51B2BB12B5A0}" srcOrd="1" destOrd="0" presId="urn:microsoft.com/office/officeart/2018/2/layout/IconVerticalSolidList"/>
    <dgm:cxn modelId="{194D702B-BF05-4F09-927D-69E8D8CE3A4C}" type="presParOf" srcId="{F190EF40-09EA-49EB-A350-78A9B38EFA24}" destId="{E05752F8-4207-4A6F-B9C0-172BA63A022B}" srcOrd="2" destOrd="0" presId="urn:microsoft.com/office/officeart/2018/2/layout/IconVerticalSolidList"/>
    <dgm:cxn modelId="{E14BAEF0-08B4-455D-9798-51EACCFA2997}" type="presParOf" srcId="{F190EF40-09EA-49EB-A350-78A9B38EFA24}" destId="{BA94BA84-26CE-438F-A0AC-F3321E353D94}" srcOrd="3" destOrd="0" presId="urn:microsoft.com/office/officeart/2018/2/layout/IconVerticalSolidList"/>
    <dgm:cxn modelId="{6632DB8C-DF50-4CA7-AE89-D1502C05A1C6}" type="presParOf" srcId="{014EE0EB-E399-451C-8137-31D0507AE83B}" destId="{6322C639-CD17-4EE7-B177-A0BAB0008124}" srcOrd="5" destOrd="0" presId="urn:microsoft.com/office/officeart/2018/2/layout/IconVerticalSolidList"/>
    <dgm:cxn modelId="{EA030A5C-5835-435A-AD89-07C649036490}" type="presParOf" srcId="{014EE0EB-E399-451C-8137-31D0507AE83B}" destId="{F95ECB7C-06A8-47C1-88DC-7AFA806A497E}" srcOrd="6" destOrd="0" presId="urn:microsoft.com/office/officeart/2018/2/layout/IconVerticalSolidList"/>
    <dgm:cxn modelId="{67CC0A5A-2B3D-4900-B796-75AEF4F884C9}" type="presParOf" srcId="{F95ECB7C-06A8-47C1-88DC-7AFA806A497E}" destId="{958A0B79-41FC-47C3-B9E1-5AFFC693EC30}" srcOrd="0" destOrd="0" presId="urn:microsoft.com/office/officeart/2018/2/layout/IconVerticalSolidList"/>
    <dgm:cxn modelId="{6B34CBF8-61F8-48A5-9785-EDA7FCBBA4B7}" type="presParOf" srcId="{F95ECB7C-06A8-47C1-88DC-7AFA806A497E}" destId="{64B6E0D9-7E8E-4273-B543-C48F48D04F7C}" srcOrd="1" destOrd="0" presId="urn:microsoft.com/office/officeart/2018/2/layout/IconVerticalSolidList"/>
    <dgm:cxn modelId="{EC675446-7C2F-4E12-A4CC-64F1AC3B1476}" type="presParOf" srcId="{F95ECB7C-06A8-47C1-88DC-7AFA806A497E}" destId="{1AD8CD62-DE27-41AD-ACF6-AAA6DEDBA87A}" srcOrd="2" destOrd="0" presId="urn:microsoft.com/office/officeart/2018/2/layout/IconVerticalSolidList"/>
    <dgm:cxn modelId="{E9F1C0FD-F649-4BD0-A76D-7388118C577B}" type="presParOf" srcId="{F95ECB7C-06A8-47C1-88DC-7AFA806A497E}" destId="{965B53C1-B91A-4274-AEA1-DC8599E657B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8997168-8E6E-478C-BDAF-325C7BE4BC30}" type="doc">
      <dgm:prSet loTypeId="urn:microsoft.com/office/officeart/2005/8/layout/cycle1" loCatId="cycle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9C3BEE4-A131-460C-B77B-982BFCD40C43}">
      <dgm:prSet/>
      <dgm:spPr/>
      <dgm:t>
        <a:bodyPr/>
        <a:lstStyle/>
        <a:p>
          <a:r>
            <a:rPr lang="en-US"/>
            <a:t>OSSTMM: metodología general de ISECOM.</a:t>
          </a:r>
        </a:p>
      </dgm:t>
    </dgm:pt>
    <dgm:pt modelId="{BBFE2213-7648-4DFB-9427-CFD2D96603A3}" type="parTrans" cxnId="{BF587470-A41D-47B6-AA3E-B45EDA4587CF}">
      <dgm:prSet/>
      <dgm:spPr/>
      <dgm:t>
        <a:bodyPr/>
        <a:lstStyle/>
        <a:p>
          <a:endParaRPr lang="en-US"/>
        </a:p>
      </dgm:t>
    </dgm:pt>
    <dgm:pt modelId="{370013D5-A161-4A7F-AE1E-FF5BDE5C7976}" type="sibTrans" cxnId="{BF587470-A41D-47B6-AA3E-B45EDA4587CF}">
      <dgm:prSet/>
      <dgm:spPr/>
      <dgm:t>
        <a:bodyPr/>
        <a:lstStyle/>
        <a:p>
          <a:endParaRPr lang="en-US"/>
        </a:p>
      </dgm:t>
    </dgm:pt>
    <dgm:pt modelId="{920E9BF9-D9B8-4572-8701-85358565D21A}">
      <dgm:prSet/>
      <dgm:spPr/>
      <dgm:t>
        <a:bodyPr/>
        <a:lstStyle/>
        <a:p>
          <a:r>
            <a:rPr lang="en-US"/>
            <a:t>ISSAF: combina estándares ISO, COBIT y COSO.</a:t>
          </a:r>
        </a:p>
      </dgm:t>
    </dgm:pt>
    <dgm:pt modelId="{F98CEC76-940A-416F-9CF9-D7089EC34B5D}" type="parTrans" cxnId="{47697384-913C-46C7-B483-B9178F40B8E5}">
      <dgm:prSet/>
      <dgm:spPr/>
      <dgm:t>
        <a:bodyPr/>
        <a:lstStyle/>
        <a:p>
          <a:endParaRPr lang="en-US"/>
        </a:p>
      </dgm:t>
    </dgm:pt>
    <dgm:pt modelId="{D359A1E6-A07B-44A2-AC2D-33D26EA6E6FD}" type="sibTrans" cxnId="{47697384-913C-46C7-B483-B9178F40B8E5}">
      <dgm:prSet/>
      <dgm:spPr/>
      <dgm:t>
        <a:bodyPr/>
        <a:lstStyle/>
        <a:p>
          <a:endParaRPr lang="en-US"/>
        </a:p>
      </dgm:t>
    </dgm:pt>
    <dgm:pt modelId="{9ACE4B32-A61F-4E82-BD01-60B3B8621BDF}">
      <dgm:prSet/>
      <dgm:spPr/>
      <dgm:t>
        <a:bodyPr/>
        <a:lstStyle/>
        <a:p>
          <a:r>
            <a:rPr lang="en-US"/>
            <a:t>OWASP: enfoque en aplicaciones web (OWASP Top Ten).</a:t>
          </a:r>
        </a:p>
      </dgm:t>
    </dgm:pt>
    <dgm:pt modelId="{621C18E5-3C6E-4D26-893F-40328968F114}" type="parTrans" cxnId="{16453569-237F-4AED-835E-39622A59F1B8}">
      <dgm:prSet/>
      <dgm:spPr/>
      <dgm:t>
        <a:bodyPr/>
        <a:lstStyle/>
        <a:p>
          <a:endParaRPr lang="en-US"/>
        </a:p>
      </dgm:t>
    </dgm:pt>
    <dgm:pt modelId="{47263EFB-6FC9-4A4F-B388-5C68AEE68E26}" type="sibTrans" cxnId="{16453569-237F-4AED-835E-39622A59F1B8}">
      <dgm:prSet/>
      <dgm:spPr/>
      <dgm:t>
        <a:bodyPr/>
        <a:lstStyle/>
        <a:p>
          <a:endParaRPr lang="en-US"/>
        </a:p>
      </dgm:t>
    </dgm:pt>
    <dgm:pt modelId="{182E0E2F-50EF-4AE4-875B-C3BDBE76CDAC}">
      <dgm:prSet/>
      <dgm:spPr/>
      <dgm:t>
        <a:bodyPr/>
        <a:lstStyle/>
        <a:p>
          <a:r>
            <a:rPr lang="en-US"/>
            <a:t>PTES: estándar técnico de ejecución de pentesting.</a:t>
          </a:r>
        </a:p>
      </dgm:t>
    </dgm:pt>
    <dgm:pt modelId="{0EF24181-F479-4603-8C13-192C8316BCC1}" type="parTrans" cxnId="{83E66F21-FC13-4A6F-B028-F201BB0CAB89}">
      <dgm:prSet/>
      <dgm:spPr/>
      <dgm:t>
        <a:bodyPr/>
        <a:lstStyle/>
        <a:p>
          <a:endParaRPr lang="en-US"/>
        </a:p>
      </dgm:t>
    </dgm:pt>
    <dgm:pt modelId="{6C3B89AF-0AA8-4A03-8C68-1963EB860ED9}" type="sibTrans" cxnId="{83E66F21-FC13-4A6F-B028-F201BB0CAB89}">
      <dgm:prSet/>
      <dgm:spPr/>
      <dgm:t>
        <a:bodyPr/>
        <a:lstStyle/>
        <a:p>
          <a:endParaRPr lang="en-US"/>
        </a:p>
      </dgm:t>
    </dgm:pt>
    <dgm:pt modelId="{713F1C25-309D-492D-AD2B-FFF941CD2647}">
      <dgm:prSet/>
      <dgm:spPr/>
      <dgm:t>
        <a:bodyPr/>
        <a:lstStyle/>
        <a:p>
          <a:r>
            <a:rPr lang="en-US"/>
            <a:t>Offensive Security / OSCP: enfoque práctico de seguridad ofensiva.</a:t>
          </a:r>
        </a:p>
      </dgm:t>
    </dgm:pt>
    <dgm:pt modelId="{28F80F74-610D-41A8-89F7-6D3C7C5A9F7F}" type="parTrans" cxnId="{CF997126-8179-4354-B42E-4C272DC1327D}">
      <dgm:prSet/>
      <dgm:spPr/>
      <dgm:t>
        <a:bodyPr/>
        <a:lstStyle/>
        <a:p>
          <a:endParaRPr lang="en-US"/>
        </a:p>
      </dgm:t>
    </dgm:pt>
    <dgm:pt modelId="{17EB2BD1-4654-40ED-9668-FB8586791BB7}" type="sibTrans" cxnId="{CF997126-8179-4354-B42E-4C272DC1327D}">
      <dgm:prSet/>
      <dgm:spPr/>
      <dgm:t>
        <a:bodyPr/>
        <a:lstStyle/>
        <a:p>
          <a:endParaRPr lang="en-US"/>
        </a:p>
      </dgm:t>
    </dgm:pt>
    <dgm:pt modelId="{D2340CB7-7B48-454D-A500-DAD86ADC0CED}">
      <dgm:prSet/>
      <dgm:spPr/>
      <dgm:t>
        <a:bodyPr/>
        <a:lstStyle/>
        <a:p>
          <a:r>
            <a:rPr lang="en-US"/>
            <a:t>OWISAM: auditorías en redes inalámbricas.</a:t>
          </a:r>
        </a:p>
      </dgm:t>
    </dgm:pt>
    <dgm:pt modelId="{644E0F0D-C3E1-4EFC-8187-A5E958E8F78A}" type="parTrans" cxnId="{95FDD40F-6883-4AC7-A596-23B950F13583}">
      <dgm:prSet/>
      <dgm:spPr/>
      <dgm:t>
        <a:bodyPr/>
        <a:lstStyle/>
        <a:p>
          <a:endParaRPr lang="en-US"/>
        </a:p>
      </dgm:t>
    </dgm:pt>
    <dgm:pt modelId="{FFDC6063-190C-4C02-8D6F-0D370942CAA3}" type="sibTrans" cxnId="{95FDD40F-6883-4AC7-A596-23B950F13583}">
      <dgm:prSet/>
      <dgm:spPr/>
      <dgm:t>
        <a:bodyPr/>
        <a:lstStyle/>
        <a:p>
          <a:endParaRPr lang="en-US"/>
        </a:p>
      </dgm:t>
    </dgm:pt>
    <dgm:pt modelId="{EECED4B9-7BA2-4B03-A4EA-F0969E38FF5C}" type="pres">
      <dgm:prSet presAssocID="{48997168-8E6E-478C-BDAF-325C7BE4BC30}" presName="cycle" presStyleCnt="0">
        <dgm:presLayoutVars>
          <dgm:dir/>
          <dgm:resizeHandles val="exact"/>
        </dgm:presLayoutVars>
      </dgm:prSet>
      <dgm:spPr/>
    </dgm:pt>
    <dgm:pt modelId="{642AAE17-EE6D-4653-ADE5-322D1E3DCF6C}" type="pres">
      <dgm:prSet presAssocID="{59C3BEE4-A131-460C-B77B-982BFCD40C43}" presName="dummy" presStyleCnt="0"/>
      <dgm:spPr/>
    </dgm:pt>
    <dgm:pt modelId="{A6ECBEDD-9D78-49FA-AB73-BF2DF3C063AC}" type="pres">
      <dgm:prSet presAssocID="{59C3BEE4-A131-460C-B77B-982BFCD40C43}" presName="node" presStyleLbl="revTx" presStyleIdx="0" presStyleCnt="6">
        <dgm:presLayoutVars>
          <dgm:bulletEnabled val="1"/>
        </dgm:presLayoutVars>
      </dgm:prSet>
      <dgm:spPr/>
    </dgm:pt>
    <dgm:pt modelId="{CFAFFADD-68C5-4445-80E4-935DB81FB875}" type="pres">
      <dgm:prSet presAssocID="{370013D5-A161-4A7F-AE1E-FF5BDE5C7976}" presName="sibTrans" presStyleLbl="node1" presStyleIdx="0" presStyleCnt="6"/>
      <dgm:spPr/>
    </dgm:pt>
    <dgm:pt modelId="{FC5207EF-529D-4393-92A2-A6CD1D1F1917}" type="pres">
      <dgm:prSet presAssocID="{920E9BF9-D9B8-4572-8701-85358565D21A}" presName="dummy" presStyleCnt="0"/>
      <dgm:spPr/>
    </dgm:pt>
    <dgm:pt modelId="{3536A65E-BC8C-4FE9-B776-2967C46DF436}" type="pres">
      <dgm:prSet presAssocID="{920E9BF9-D9B8-4572-8701-85358565D21A}" presName="node" presStyleLbl="revTx" presStyleIdx="1" presStyleCnt="6">
        <dgm:presLayoutVars>
          <dgm:bulletEnabled val="1"/>
        </dgm:presLayoutVars>
      </dgm:prSet>
      <dgm:spPr/>
    </dgm:pt>
    <dgm:pt modelId="{DD59B062-1DC6-4DB5-8C29-DD4AF5F305E6}" type="pres">
      <dgm:prSet presAssocID="{D359A1E6-A07B-44A2-AC2D-33D26EA6E6FD}" presName="sibTrans" presStyleLbl="node1" presStyleIdx="1" presStyleCnt="6"/>
      <dgm:spPr/>
    </dgm:pt>
    <dgm:pt modelId="{654D7D80-D231-4314-BBC1-F1212011FF8E}" type="pres">
      <dgm:prSet presAssocID="{9ACE4B32-A61F-4E82-BD01-60B3B8621BDF}" presName="dummy" presStyleCnt="0"/>
      <dgm:spPr/>
    </dgm:pt>
    <dgm:pt modelId="{1E675C9F-20A4-4EEE-9AB0-9D240721C929}" type="pres">
      <dgm:prSet presAssocID="{9ACE4B32-A61F-4E82-BD01-60B3B8621BDF}" presName="node" presStyleLbl="revTx" presStyleIdx="2" presStyleCnt="6">
        <dgm:presLayoutVars>
          <dgm:bulletEnabled val="1"/>
        </dgm:presLayoutVars>
      </dgm:prSet>
      <dgm:spPr/>
    </dgm:pt>
    <dgm:pt modelId="{DD7644A3-B506-4518-976B-CB7CD3A69B8C}" type="pres">
      <dgm:prSet presAssocID="{47263EFB-6FC9-4A4F-B388-5C68AEE68E26}" presName="sibTrans" presStyleLbl="node1" presStyleIdx="2" presStyleCnt="6"/>
      <dgm:spPr/>
    </dgm:pt>
    <dgm:pt modelId="{1445B163-33CB-4443-82ED-9633C60B10F8}" type="pres">
      <dgm:prSet presAssocID="{182E0E2F-50EF-4AE4-875B-C3BDBE76CDAC}" presName="dummy" presStyleCnt="0"/>
      <dgm:spPr/>
    </dgm:pt>
    <dgm:pt modelId="{4EB51C6D-33C8-465E-B037-DFF496BB4187}" type="pres">
      <dgm:prSet presAssocID="{182E0E2F-50EF-4AE4-875B-C3BDBE76CDAC}" presName="node" presStyleLbl="revTx" presStyleIdx="3" presStyleCnt="6">
        <dgm:presLayoutVars>
          <dgm:bulletEnabled val="1"/>
        </dgm:presLayoutVars>
      </dgm:prSet>
      <dgm:spPr/>
    </dgm:pt>
    <dgm:pt modelId="{F9E2711B-0A4E-460B-A548-A29FD33A6C69}" type="pres">
      <dgm:prSet presAssocID="{6C3B89AF-0AA8-4A03-8C68-1963EB860ED9}" presName="sibTrans" presStyleLbl="node1" presStyleIdx="3" presStyleCnt="6"/>
      <dgm:spPr/>
    </dgm:pt>
    <dgm:pt modelId="{4320E4A9-652F-4750-8B95-BCDD71DF2211}" type="pres">
      <dgm:prSet presAssocID="{713F1C25-309D-492D-AD2B-FFF941CD2647}" presName="dummy" presStyleCnt="0"/>
      <dgm:spPr/>
    </dgm:pt>
    <dgm:pt modelId="{696A066D-1F3F-43E4-B136-36FB04F7D0F3}" type="pres">
      <dgm:prSet presAssocID="{713F1C25-309D-492D-AD2B-FFF941CD2647}" presName="node" presStyleLbl="revTx" presStyleIdx="4" presStyleCnt="6">
        <dgm:presLayoutVars>
          <dgm:bulletEnabled val="1"/>
        </dgm:presLayoutVars>
      </dgm:prSet>
      <dgm:spPr/>
    </dgm:pt>
    <dgm:pt modelId="{A7B7D749-006A-4462-AEF2-AD8F408F1779}" type="pres">
      <dgm:prSet presAssocID="{17EB2BD1-4654-40ED-9668-FB8586791BB7}" presName="sibTrans" presStyleLbl="node1" presStyleIdx="4" presStyleCnt="6"/>
      <dgm:spPr/>
    </dgm:pt>
    <dgm:pt modelId="{D9DE1293-8748-4212-8A85-493BDCDA4F9E}" type="pres">
      <dgm:prSet presAssocID="{D2340CB7-7B48-454D-A500-DAD86ADC0CED}" presName="dummy" presStyleCnt="0"/>
      <dgm:spPr/>
    </dgm:pt>
    <dgm:pt modelId="{E9F11BFD-E8B6-40DB-B31F-F92AF497F9AF}" type="pres">
      <dgm:prSet presAssocID="{D2340CB7-7B48-454D-A500-DAD86ADC0CED}" presName="node" presStyleLbl="revTx" presStyleIdx="5" presStyleCnt="6">
        <dgm:presLayoutVars>
          <dgm:bulletEnabled val="1"/>
        </dgm:presLayoutVars>
      </dgm:prSet>
      <dgm:spPr/>
    </dgm:pt>
    <dgm:pt modelId="{AB8A2771-C336-4779-B869-A4A4ED9F330E}" type="pres">
      <dgm:prSet presAssocID="{FFDC6063-190C-4C02-8D6F-0D370942CAA3}" presName="sibTrans" presStyleLbl="node1" presStyleIdx="5" presStyleCnt="6"/>
      <dgm:spPr/>
    </dgm:pt>
  </dgm:ptLst>
  <dgm:cxnLst>
    <dgm:cxn modelId="{94A1C006-E4C4-453B-8251-D38F2281EFBE}" type="presOf" srcId="{48997168-8E6E-478C-BDAF-325C7BE4BC30}" destId="{EECED4B9-7BA2-4B03-A4EA-F0969E38FF5C}" srcOrd="0" destOrd="0" presId="urn:microsoft.com/office/officeart/2005/8/layout/cycle1"/>
    <dgm:cxn modelId="{DE9E770E-9B0A-40A3-B151-33691E410EE5}" type="presOf" srcId="{D2340CB7-7B48-454D-A500-DAD86ADC0CED}" destId="{E9F11BFD-E8B6-40DB-B31F-F92AF497F9AF}" srcOrd="0" destOrd="0" presId="urn:microsoft.com/office/officeart/2005/8/layout/cycle1"/>
    <dgm:cxn modelId="{95FDD40F-6883-4AC7-A596-23B950F13583}" srcId="{48997168-8E6E-478C-BDAF-325C7BE4BC30}" destId="{D2340CB7-7B48-454D-A500-DAD86ADC0CED}" srcOrd="5" destOrd="0" parTransId="{644E0F0D-C3E1-4EFC-8187-A5E958E8F78A}" sibTransId="{FFDC6063-190C-4C02-8D6F-0D370942CAA3}"/>
    <dgm:cxn modelId="{83E9791F-6965-49B7-BAEF-011B9D7D39C0}" type="presOf" srcId="{D359A1E6-A07B-44A2-AC2D-33D26EA6E6FD}" destId="{DD59B062-1DC6-4DB5-8C29-DD4AF5F305E6}" srcOrd="0" destOrd="0" presId="urn:microsoft.com/office/officeart/2005/8/layout/cycle1"/>
    <dgm:cxn modelId="{83E66F21-FC13-4A6F-B028-F201BB0CAB89}" srcId="{48997168-8E6E-478C-BDAF-325C7BE4BC30}" destId="{182E0E2F-50EF-4AE4-875B-C3BDBE76CDAC}" srcOrd="3" destOrd="0" parTransId="{0EF24181-F479-4603-8C13-192C8316BCC1}" sibTransId="{6C3B89AF-0AA8-4A03-8C68-1963EB860ED9}"/>
    <dgm:cxn modelId="{CF997126-8179-4354-B42E-4C272DC1327D}" srcId="{48997168-8E6E-478C-BDAF-325C7BE4BC30}" destId="{713F1C25-309D-492D-AD2B-FFF941CD2647}" srcOrd="4" destOrd="0" parTransId="{28F80F74-610D-41A8-89F7-6D3C7C5A9F7F}" sibTransId="{17EB2BD1-4654-40ED-9668-FB8586791BB7}"/>
    <dgm:cxn modelId="{E81D7A29-77E3-4905-B85C-BF5CDB5F539E}" type="presOf" srcId="{713F1C25-309D-492D-AD2B-FFF941CD2647}" destId="{696A066D-1F3F-43E4-B136-36FB04F7D0F3}" srcOrd="0" destOrd="0" presId="urn:microsoft.com/office/officeart/2005/8/layout/cycle1"/>
    <dgm:cxn modelId="{F870205F-2992-43C3-B530-470D8BB8A097}" type="presOf" srcId="{FFDC6063-190C-4C02-8D6F-0D370942CAA3}" destId="{AB8A2771-C336-4779-B869-A4A4ED9F330E}" srcOrd="0" destOrd="0" presId="urn:microsoft.com/office/officeart/2005/8/layout/cycle1"/>
    <dgm:cxn modelId="{CFE5C363-26CA-4446-9C55-5EED38B6029B}" type="presOf" srcId="{9ACE4B32-A61F-4E82-BD01-60B3B8621BDF}" destId="{1E675C9F-20A4-4EEE-9AB0-9D240721C929}" srcOrd="0" destOrd="0" presId="urn:microsoft.com/office/officeart/2005/8/layout/cycle1"/>
    <dgm:cxn modelId="{16453569-237F-4AED-835E-39622A59F1B8}" srcId="{48997168-8E6E-478C-BDAF-325C7BE4BC30}" destId="{9ACE4B32-A61F-4E82-BD01-60B3B8621BDF}" srcOrd="2" destOrd="0" parTransId="{621C18E5-3C6E-4D26-893F-40328968F114}" sibTransId="{47263EFB-6FC9-4A4F-B388-5C68AEE68E26}"/>
    <dgm:cxn modelId="{D93AD46E-1CA4-4305-B423-33A9E19F1815}" type="presOf" srcId="{17EB2BD1-4654-40ED-9668-FB8586791BB7}" destId="{A7B7D749-006A-4462-AEF2-AD8F408F1779}" srcOrd="0" destOrd="0" presId="urn:microsoft.com/office/officeart/2005/8/layout/cycle1"/>
    <dgm:cxn modelId="{BF587470-A41D-47B6-AA3E-B45EDA4587CF}" srcId="{48997168-8E6E-478C-BDAF-325C7BE4BC30}" destId="{59C3BEE4-A131-460C-B77B-982BFCD40C43}" srcOrd="0" destOrd="0" parTransId="{BBFE2213-7648-4DFB-9427-CFD2D96603A3}" sibTransId="{370013D5-A161-4A7F-AE1E-FF5BDE5C7976}"/>
    <dgm:cxn modelId="{7AF22751-08D8-4F17-9344-0EF2635A5355}" type="presOf" srcId="{59C3BEE4-A131-460C-B77B-982BFCD40C43}" destId="{A6ECBEDD-9D78-49FA-AB73-BF2DF3C063AC}" srcOrd="0" destOrd="0" presId="urn:microsoft.com/office/officeart/2005/8/layout/cycle1"/>
    <dgm:cxn modelId="{47697384-913C-46C7-B483-B9178F40B8E5}" srcId="{48997168-8E6E-478C-BDAF-325C7BE4BC30}" destId="{920E9BF9-D9B8-4572-8701-85358565D21A}" srcOrd="1" destOrd="0" parTransId="{F98CEC76-940A-416F-9CF9-D7089EC34B5D}" sibTransId="{D359A1E6-A07B-44A2-AC2D-33D26EA6E6FD}"/>
    <dgm:cxn modelId="{424EA584-520E-47CC-9F84-DEA483AE07EE}" type="presOf" srcId="{182E0E2F-50EF-4AE4-875B-C3BDBE76CDAC}" destId="{4EB51C6D-33C8-465E-B037-DFF496BB4187}" srcOrd="0" destOrd="0" presId="urn:microsoft.com/office/officeart/2005/8/layout/cycle1"/>
    <dgm:cxn modelId="{D6B05F89-2CFC-4587-9808-B5A48FF0EDAA}" type="presOf" srcId="{370013D5-A161-4A7F-AE1E-FF5BDE5C7976}" destId="{CFAFFADD-68C5-4445-80E4-935DB81FB875}" srcOrd="0" destOrd="0" presId="urn:microsoft.com/office/officeart/2005/8/layout/cycle1"/>
    <dgm:cxn modelId="{9619A4C3-2C13-4090-BEDA-0CDA10AA6F04}" type="presOf" srcId="{920E9BF9-D9B8-4572-8701-85358565D21A}" destId="{3536A65E-BC8C-4FE9-B776-2967C46DF436}" srcOrd="0" destOrd="0" presId="urn:microsoft.com/office/officeart/2005/8/layout/cycle1"/>
    <dgm:cxn modelId="{E7A9DEF3-F98D-47AD-B9AE-EDF8AF1F19BB}" type="presOf" srcId="{47263EFB-6FC9-4A4F-B388-5C68AEE68E26}" destId="{DD7644A3-B506-4518-976B-CB7CD3A69B8C}" srcOrd="0" destOrd="0" presId="urn:microsoft.com/office/officeart/2005/8/layout/cycle1"/>
    <dgm:cxn modelId="{15CFEDFF-FC87-4E1A-AABD-00BFA5ABFB96}" type="presOf" srcId="{6C3B89AF-0AA8-4A03-8C68-1963EB860ED9}" destId="{F9E2711B-0A4E-460B-A548-A29FD33A6C69}" srcOrd="0" destOrd="0" presId="urn:microsoft.com/office/officeart/2005/8/layout/cycle1"/>
    <dgm:cxn modelId="{19093BD1-8ABD-43FF-AEEA-17A97C353778}" type="presParOf" srcId="{EECED4B9-7BA2-4B03-A4EA-F0969E38FF5C}" destId="{642AAE17-EE6D-4653-ADE5-322D1E3DCF6C}" srcOrd="0" destOrd="0" presId="urn:microsoft.com/office/officeart/2005/8/layout/cycle1"/>
    <dgm:cxn modelId="{57344698-982F-4A5F-A9A0-747BA6C07F59}" type="presParOf" srcId="{EECED4B9-7BA2-4B03-A4EA-F0969E38FF5C}" destId="{A6ECBEDD-9D78-49FA-AB73-BF2DF3C063AC}" srcOrd="1" destOrd="0" presId="urn:microsoft.com/office/officeart/2005/8/layout/cycle1"/>
    <dgm:cxn modelId="{1EE9608D-8B27-4F84-BAA2-1669B8859811}" type="presParOf" srcId="{EECED4B9-7BA2-4B03-A4EA-F0969E38FF5C}" destId="{CFAFFADD-68C5-4445-80E4-935DB81FB875}" srcOrd="2" destOrd="0" presId="urn:microsoft.com/office/officeart/2005/8/layout/cycle1"/>
    <dgm:cxn modelId="{16705886-BDD6-4630-8832-1FA741D5B688}" type="presParOf" srcId="{EECED4B9-7BA2-4B03-A4EA-F0969E38FF5C}" destId="{FC5207EF-529D-4393-92A2-A6CD1D1F1917}" srcOrd="3" destOrd="0" presId="urn:microsoft.com/office/officeart/2005/8/layout/cycle1"/>
    <dgm:cxn modelId="{6FA68F4F-A44D-433B-A945-FC7832FB309F}" type="presParOf" srcId="{EECED4B9-7BA2-4B03-A4EA-F0969E38FF5C}" destId="{3536A65E-BC8C-4FE9-B776-2967C46DF436}" srcOrd="4" destOrd="0" presId="urn:microsoft.com/office/officeart/2005/8/layout/cycle1"/>
    <dgm:cxn modelId="{2B8AD17E-DA70-4B80-AA50-10C09CF31131}" type="presParOf" srcId="{EECED4B9-7BA2-4B03-A4EA-F0969E38FF5C}" destId="{DD59B062-1DC6-4DB5-8C29-DD4AF5F305E6}" srcOrd="5" destOrd="0" presId="urn:microsoft.com/office/officeart/2005/8/layout/cycle1"/>
    <dgm:cxn modelId="{CCBE9741-4B9D-4D42-80A4-8BF5F94CDADE}" type="presParOf" srcId="{EECED4B9-7BA2-4B03-A4EA-F0969E38FF5C}" destId="{654D7D80-D231-4314-BBC1-F1212011FF8E}" srcOrd="6" destOrd="0" presId="urn:microsoft.com/office/officeart/2005/8/layout/cycle1"/>
    <dgm:cxn modelId="{3211DCAC-94FA-4BC0-82AF-86BE1A461A62}" type="presParOf" srcId="{EECED4B9-7BA2-4B03-A4EA-F0969E38FF5C}" destId="{1E675C9F-20A4-4EEE-9AB0-9D240721C929}" srcOrd="7" destOrd="0" presId="urn:microsoft.com/office/officeart/2005/8/layout/cycle1"/>
    <dgm:cxn modelId="{6D5F3B9C-F7E9-4B13-9B49-047F31599E44}" type="presParOf" srcId="{EECED4B9-7BA2-4B03-A4EA-F0969E38FF5C}" destId="{DD7644A3-B506-4518-976B-CB7CD3A69B8C}" srcOrd="8" destOrd="0" presId="urn:microsoft.com/office/officeart/2005/8/layout/cycle1"/>
    <dgm:cxn modelId="{4FE4030E-D03D-45B0-8CE4-A4C81A8A09B1}" type="presParOf" srcId="{EECED4B9-7BA2-4B03-A4EA-F0969E38FF5C}" destId="{1445B163-33CB-4443-82ED-9633C60B10F8}" srcOrd="9" destOrd="0" presId="urn:microsoft.com/office/officeart/2005/8/layout/cycle1"/>
    <dgm:cxn modelId="{D4A1D029-108A-4C7A-A6CF-D13DC2B38DAD}" type="presParOf" srcId="{EECED4B9-7BA2-4B03-A4EA-F0969E38FF5C}" destId="{4EB51C6D-33C8-465E-B037-DFF496BB4187}" srcOrd="10" destOrd="0" presId="urn:microsoft.com/office/officeart/2005/8/layout/cycle1"/>
    <dgm:cxn modelId="{76E89E03-FC81-4948-B6E0-437DB2365260}" type="presParOf" srcId="{EECED4B9-7BA2-4B03-A4EA-F0969E38FF5C}" destId="{F9E2711B-0A4E-460B-A548-A29FD33A6C69}" srcOrd="11" destOrd="0" presId="urn:microsoft.com/office/officeart/2005/8/layout/cycle1"/>
    <dgm:cxn modelId="{82A734C4-FF16-4C9C-8ACB-D53E6BF91860}" type="presParOf" srcId="{EECED4B9-7BA2-4B03-A4EA-F0969E38FF5C}" destId="{4320E4A9-652F-4750-8B95-BCDD71DF2211}" srcOrd="12" destOrd="0" presId="urn:microsoft.com/office/officeart/2005/8/layout/cycle1"/>
    <dgm:cxn modelId="{5C21D14C-EF5A-4543-9714-7BC0FAFF63F5}" type="presParOf" srcId="{EECED4B9-7BA2-4B03-A4EA-F0969E38FF5C}" destId="{696A066D-1F3F-43E4-B136-36FB04F7D0F3}" srcOrd="13" destOrd="0" presId="urn:microsoft.com/office/officeart/2005/8/layout/cycle1"/>
    <dgm:cxn modelId="{F7D23406-5E56-416C-91E4-69D01EF1DDE3}" type="presParOf" srcId="{EECED4B9-7BA2-4B03-A4EA-F0969E38FF5C}" destId="{A7B7D749-006A-4462-AEF2-AD8F408F1779}" srcOrd="14" destOrd="0" presId="urn:microsoft.com/office/officeart/2005/8/layout/cycle1"/>
    <dgm:cxn modelId="{189A73E2-1F9A-4ACB-9B48-E10A36442138}" type="presParOf" srcId="{EECED4B9-7BA2-4B03-A4EA-F0969E38FF5C}" destId="{D9DE1293-8748-4212-8A85-493BDCDA4F9E}" srcOrd="15" destOrd="0" presId="urn:microsoft.com/office/officeart/2005/8/layout/cycle1"/>
    <dgm:cxn modelId="{9744D9B7-25FE-402C-8224-B04F922CD6BB}" type="presParOf" srcId="{EECED4B9-7BA2-4B03-A4EA-F0969E38FF5C}" destId="{E9F11BFD-E8B6-40DB-B31F-F92AF497F9AF}" srcOrd="16" destOrd="0" presId="urn:microsoft.com/office/officeart/2005/8/layout/cycle1"/>
    <dgm:cxn modelId="{C176995A-6E7C-444F-B53C-37CDE412A3E1}" type="presParOf" srcId="{EECED4B9-7BA2-4B03-A4EA-F0969E38FF5C}" destId="{AB8A2771-C336-4779-B869-A4A4ED9F330E}" srcOrd="17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A4097B6-A41D-4CF7-A1DB-DF7DDE097FA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5351042-0AD5-4F69-BB34-5101ACC5B522}">
      <dgm:prSet/>
      <dgm:spPr/>
      <dgm:t>
        <a:bodyPr/>
        <a:lstStyle/>
        <a:p>
          <a:r>
            <a:rPr lang="en-US"/>
            <a:t>ISO 27000: conjunto de normas de gestión de seguridad (SGSI).</a:t>
          </a:r>
        </a:p>
      </dgm:t>
    </dgm:pt>
    <dgm:pt modelId="{16172169-F7D5-487E-B233-B9F4277E7A72}" type="parTrans" cxnId="{F05D7131-8A9D-4877-BE10-B4CFAD0189B3}">
      <dgm:prSet/>
      <dgm:spPr/>
      <dgm:t>
        <a:bodyPr/>
        <a:lstStyle/>
        <a:p>
          <a:endParaRPr lang="en-US"/>
        </a:p>
      </dgm:t>
    </dgm:pt>
    <dgm:pt modelId="{18F8D567-E365-493C-A4F6-F4880B8A161D}" type="sibTrans" cxnId="{F05D7131-8A9D-4877-BE10-B4CFAD0189B3}">
      <dgm:prSet/>
      <dgm:spPr/>
      <dgm:t>
        <a:bodyPr/>
        <a:lstStyle/>
        <a:p>
          <a:endParaRPr lang="en-US"/>
        </a:p>
      </dgm:t>
    </dgm:pt>
    <dgm:pt modelId="{2568BCA3-8639-4C81-A33A-CC30F6192693}">
      <dgm:prSet/>
      <dgm:spPr/>
      <dgm:t>
        <a:bodyPr/>
        <a:lstStyle/>
        <a:p>
          <a:r>
            <a:rPr lang="en-US"/>
            <a:t>ISO 27001, 27002 y 27005: gestión de riesgos y buenas prácticas.</a:t>
          </a:r>
        </a:p>
      </dgm:t>
    </dgm:pt>
    <dgm:pt modelId="{DCE97ADD-CAD3-4C6D-BA29-867DF088EB8D}" type="parTrans" cxnId="{DF1BFA90-0A20-4E92-BF8F-37D567481BA6}">
      <dgm:prSet/>
      <dgm:spPr/>
      <dgm:t>
        <a:bodyPr/>
        <a:lstStyle/>
        <a:p>
          <a:endParaRPr lang="en-US"/>
        </a:p>
      </dgm:t>
    </dgm:pt>
    <dgm:pt modelId="{DABFD25A-199B-4DF5-87BA-F63CA5947FA9}" type="sibTrans" cxnId="{DF1BFA90-0A20-4E92-BF8F-37D567481BA6}">
      <dgm:prSet/>
      <dgm:spPr/>
      <dgm:t>
        <a:bodyPr/>
        <a:lstStyle/>
        <a:p>
          <a:endParaRPr lang="en-US"/>
        </a:p>
      </dgm:t>
    </dgm:pt>
    <dgm:pt modelId="{374CF55D-36E4-4AC9-9EBD-7FEF29B91429}">
      <dgm:prSet/>
      <dgm:spPr/>
      <dgm:t>
        <a:bodyPr/>
        <a:lstStyle/>
        <a:p>
          <a:r>
            <a:rPr lang="en-US"/>
            <a:t>Normas europeas: RGPD, LOPDGDD, Ley de Seguridad Nacional.</a:t>
          </a:r>
        </a:p>
      </dgm:t>
    </dgm:pt>
    <dgm:pt modelId="{27B40195-E415-4E23-8FD8-52397F41AD3D}" type="parTrans" cxnId="{97F745BA-A5FE-4F27-944C-089F184DE02E}">
      <dgm:prSet/>
      <dgm:spPr/>
      <dgm:t>
        <a:bodyPr/>
        <a:lstStyle/>
        <a:p>
          <a:endParaRPr lang="en-US"/>
        </a:p>
      </dgm:t>
    </dgm:pt>
    <dgm:pt modelId="{578AD723-700A-4AEE-8F63-45CC10AADBF2}" type="sibTrans" cxnId="{97F745BA-A5FE-4F27-944C-089F184DE02E}">
      <dgm:prSet/>
      <dgm:spPr/>
      <dgm:t>
        <a:bodyPr/>
        <a:lstStyle/>
        <a:p>
          <a:endParaRPr lang="en-US"/>
        </a:p>
      </dgm:t>
    </dgm:pt>
    <dgm:pt modelId="{8C5F11F6-32C6-4447-A201-A65CB1BC91AD}">
      <dgm:prSet/>
      <dgm:spPr/>
      <dgm:t>
        <a:bodyPr/>
        <a:lstStyle/>
        <a:p>
          <a:r>
            <a:rPr lang="en-US"/>
            <a:t>Leyes internacionales: HIPAA, PCI-DSS, GLBA, SOX, FERPA.</a:t>
          </a:r>
        </a:p>
      </dgm:t>
    </dgm:pt>
    <dgm:pt modelId="{234472E8-6FF1-42E7-919D-9E6716D62DF2}" type="parTrans" cxnId="{191B0051-FD34-48B2-85BE-1BDB1CD2BAB8}">
      <dgm:prSet/>
      <dgm:spPr/>
      <dgm:t>
        <a:bodyPr/>
        <a:lstStyle/>
        <a:p>
          <a:endParaRPr lang="en-US"/>
        </a:p>
      </dgm:t>
    </dgm:pt>
    <dgm:pt modelId="{1546A124-4F48-488C-B934-52E9E0CF7461}" type="sibTrans" cxnId="{191B0051-FD34-48B2-85BE-1BDB1CD2BAB8}">
      <dgm:prSet/>
      <dgm:spPr/>
      <dgm:t>
        <a:bodyPr/>
        <a:lstStyle/>
        <a:p>
          <a:endParaRPr lang="en-US"/>
        </a:p>
      </dgm:t>
    </dgm:pt>
    <dgm:pt modelId="{81192E1B-7DF6-431B-8848-D28FE79B8AD1}" type="pres">
      <dgm:prSet presAssocID="{3A4097B6-A41D-4CF7-A1DB-DF7DDE097FAB}" presName="matrix" presStyleCnt="0">
        <dgm:presLayoutVars>
          <dgm:chMax val="1"/>
          <dgm:dir/>
          <dgm:resizeHandles val="exact"/>
        </dgm:presLayoutVars>
      </dgm:prSet>
      <dgm:spPr/>
    </dgm:pt>
    <dgm:pt modelId="{9F8611EB-85E0-4D28-9081-9456913AB8D9}" type="pres">
      <dgm:prSet presAssocID="{3A4097B6-A41D-4CF7-A1DB-DF7DDE097FAB}" presName="diamond" presStyleLbl="bgShp" presStyleIdx="0" presStyleCnt="1"/>
      <dgm:spPr/>
    </dgm:pt>
    <dgm:pt modelId="{F545733C-B350-426D-8CA1-7A5CB9232EBA}" type="pres">
      <dgm:prSet presAssocID="{3A4097B6-A41D-4CF7-A1DB-DF7DDE097FA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ACD3C02-98C9-46CE-910D-F3EE9054EA98}" type="pres">
      <dgm:prSet presAssocID="{3A4097B6-A41D-4CF7-A1DB-DF7DDE097FA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010D080-F1F2-4D8F-824C-AD6FE2F6721A}" type="pres">
      <dgm:prSet presAssocID="{3A4097B6-A41D-4CF7-A1DB-DF7DDE097FA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8E8068C-A2A2-49E1-AF09-6034410EF20A}" type="pres">
      <dgm:prSet presAssocID="{3A4097B6-A41D-4CF7-A1DB-DF7DDE097FA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735F318-C5D5-40C6-B6D6-DD160BFBE65C}" type="presOf" srcId="{2568BCA3-8639-4C81-A33A-CC30F6192693}" destId="{CACD3C02-98C9-46CE-910D-F3EE9054EA98}" srcOrd="0" destOrd="0" presId="urn:microsoft.com/office/officeart/2005/8/layout/matrix3"/>
    <dgm:cxn modelId="{F05D7131-8A9D-4877-BE10-B4CFAD0189B3}" srcId="{3A4097B6-A41D-4CF7-A1DB-DF7DDE097FAB}" destId="{85351042-0AD5-4F69-BB34-5101ACC5B522}" srcOrd="0" destOrd="0" parTransId="{16172169-F7D5-487E-B233-B9F4277E7A72}" sibTransId="{18F8D567-E365-493C-A4F6-F4880B8A161D}"/>
    <dgm:cxn modelId="{EFFF3F49-3FB2-4CF9-8D44-9500FE1B9E3A}" type="presOf" srcId="{374CF55D-36E4-4AC9-9EBD-7FEF29B91429}" destId="{E010D080-F1F2-4D8F-824C-AD6FE2F6721A}" srcOrd="0" destOrd="0" presId="urn:microsoft.com/office/officeart/2005/8/layout/matrix3"/>
    <dgm:cxn modelId="{191B0051-FD34-48B2-85BE-1BDB1CD2BAB8}" srcId="{3A4097B6-A41D-4CF7-A1DB-DF7DDE097FAB}" destId="{8C5F11F6-32C6-4447-A201-A65CB1BC91AD}" srcOrd="3" destOrd="0" parTransId="{234472E8-6FF1-42E7-919D-9E6716D62DF2}" sibTransId="{1546A124-4F48-488C-B934-52E9E0CF7461}"/>
    <dgm:cxn modelId="{DF1BFA90-0A20-4E92-BF8F-37D567481BA6}" srcId="{3A4097B6-A41D-4CF7-A1DB-DF7DDE097FAB}" destId="{2568BCA3-8639-4C81-A33A-CC30F6192693}" srcOrd="1" destOrd="0" parTransId="{DCE97ADD-CAD3-4C6D-BA29-867DF088EB8D}" sibTransId="{DABFD25A-199B-4DF5-87BA-F63CA5947FA9}"/>
    <dgm:cxn modelId="{97F745BA-A5FE-4F27-944C-089F184DE02E}" srcId="{3A4097B6-A41D-4CF7-A1DB-DF7DDE097FAB}" destId="{374CF55D-36E4-4AC9-9EBD-7FEF29B91429}" srcOrd="2" destOrd="0" parTransId="{27B40195-E415-4E23-8FD8-52397F41AD3D}" sibTransId="{578AD723-700A-4AEE-8F63-45CC10AADBF2}"/>
    <dgm:cxn modelId="{B5C8F7C6-0B6B-4611-A8D0-5E8016BEB33F}" type="presOf" srcId="{85351042-0AD5-4F69-BB34-5101ACC5B522}" destId="{F545733C-B350-426D-8CA1-7A5CB9232EBA}" srcOrd="0" destOrd="0" presId="urn:microsoft.com/office/officeart/2005/8/layout/matrix3"/>
    <dgm:cxn modelId="{3D4FF1E8-4286-41B6-8692-33DB714AD2BA}" type="presOf" srcId="{3A4097B6-A41D-4CF7-A1DB-DF7DDE097FAB}" destId="{81192E1B-7DF6-431B-8848-D28FE79B8AD1}" srcOrd="0" destOrd="0" presId="urn:microsoft.com/office/officeart/2005/8/layout/matrix3"/>
    <dgm:cxn modelId="{1B3CADEE-46C1-42D4-AD11-067E4D86E15A}" type="presOf" srcId="{8C5F11F6-32C6-4447-A201-A65CB1BC91AD}" destId="{08E8068C-A2A2-49E1-AF09-6034410EF20A}" srcOrd="0" destOrd="0" presId="urn:microsoft.com/office/officeart/2005/8/layout/matrix3"/>
    <dgm:cxn modelId="{94EA2D9C-E6FE-4EB3-86C5-DEA43EA923C6}" type="presParOf" srcId="{81192E1B-7DF6-431B-8848-D28FE79B8AD1}" destId="{9F8611EB-85E0-4D28-9081-9456913AB8D9}" srcOrd="0" destOrd="0" presId="urn:microsoft.com/office/officeart/2005/8/layout/matrix3"/>
    <dgm:cxn modelId="{73D0235A-9E39-46F0-844A-DA75A97F8159}" type="presParOf" srcId="{81192E1B-7DF6-431B-8848-D28FE79B8AD1}" destId="{F545733C-B350-426D-8CA1-7A5CB9232EBA}" srcOrd="1" destOrd="0" presId="urn:microsoft.com/office/officeart/2005/8/layout/matrix3"/>
    <dgm:cxn modelId="{252E845C-DBD4-4233-B0A4-42A292C07629}" type="presParOf" srcId="{81192E1B-7DF6-431B-8848-D28FE79B8AD1}" destId="{CACD3C02-98C9-46CE-910D-F3EE9054EA98}" srcOrd="2" destOrd="0" presId="urn:microsoft.com/office/officeart/2005/8/layout/matrix3"/>
    <dgm:cxn modelId="{DB55F6B9-76C8-4D09-912C-523AA5A0623F}" type="presParOf" srcId="{81192E1B-7DF6-431B-8848-D28FE79B8AD1}" destId="{E010D080-F1F2-4D8F-824C-AD6FE2F6721A}" srcOrd="3" destOrd="0" presId="urn:microsoft.com/office/officeart/2005/8/layout/matrix3"/>
    <dgm:cxn modelId="{BB90E7D2-B85C-43B0-8694-802D6812713F}" type="presParOf" srcId="{81192E1B-7DF6-431B-8848-D28FE79B8AD1}" destId="{08E8068C-A2A2-49E1-AF09-6034410EF20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6C9D201-DCD2-4AA9-B9EA-4F3B74EA7BFA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B0F6579-C285-4327-8A59-1D7CE36DAAE9}">
      <dgm:prSet/>
      <dgm:spPr/>
      <dgm:t>
        <a:bodyPr/>
        <a:lstStyle/>
        <a:p>
          <a:r>
            <a:rPr lang="en-US"/>
            <a:t>Derechos ARCO-POL: Acceso, Rectificación, Cancelación, Oposición, Portabilidad, Olvido, Limitación.</a:t>
          </a:r>
        </a:p>
      </dgm:t>
    </dgm:pt>
    <dgm:pt modelId="{DF7DB6E9-721D-4A81-BF03-F46AB6B389BE}" type="parTrans" cxnId="{B588A2CE-9F70-4E74-9C85-93A5AA793C97}">
      <dgm:prSet/>
      <dgm:spPr/>
      <dgm:t>
        <a:bodyPr/>
        <a:lstStyle/>
        <a:p>
          <a:endParaRPr lang="en-US"/>
        </a:p>
      </dgm:t>
    </dgm:pt>
    <dgm:pt modelId="{6406C496-8DEA-40E7-BA84-8E91B6499862}" type="sibTrans" cxnId="{B588A2CE-9F70-4E74-9C85-93A5AA793C97}">
      <dgm:prSet/>
      <dgm:spPr/>
      <dgm:t>
        <a:bodyPr/>
        <a:lstStyle/>
        <a:p>
          <a:endParaRPr lang="en-US"/>
        </a:p>
      </dgm:t>
    </dgm:pt>
    <dgm:pt modelId="{C28C666A-931D-45CD-858D-8BB35B3E92A8}">
      <dgm:prSet/>
      <dgm:spPr/>
      <dgm:t>
        <a:bodyPr/>
        <a:lstStyle/>
        <a:p>
          <a:r>
            <a:rPr lang="en-US"/>
            <a:t>Tres niveles de seguridad: Básico, Medio y Alto.</a:t>
          </a:r>
        </a:p>
      </dgm:t>
    </dgm:pt>
    <dgm:pt modelId="{2E5A923A-705E-431D-9F51-7D30C3B89FC7}" type="parTrans" cxnId="{D24C1D39-08F9-4E84-941B-0C8C79AD20A0}">
      <dgm:prSet/>
      <dgm:spPr/>
      <dgm:t>
        <a:bodyPr/>
        <a:lstStyle/>
        <a:p>
          <a:endParaRPr lang="en-US"/>
        </a:p>
      </dgm:t>
    </dgm:pt>
    <dgm:pt modelId="{F396870B-D2D3-429F-BD0C-21141E38A8D3}" type="sibTrans" cxnId="{D24C1D39-08F9-4E84-941B-0C8C79AD20A0}">
      <dgm:prSet/>
      <dgm:spPr/>
      <dgm:t>
        <a:bodyPr/>
        <a:lstStyle/>
        <a:p>
          <a:endParaRPr lang="en-US"/>
        </a:p>
      </dgm:t>
    </dgm:pt>
    <dgm:pt modelId="{074C0575-09FD-4EB1-BC8E-51D46CA75A14}">
      <dgm:prSet/>
      <dgm:spPr/>
      <dgm:t>
        <a:bodyPr/>
        <a:lstStyle/>
        <a:p>
          <a:r>
            <a:rPr lang="en-US"/>
            <a:t>Sanciones: leves (900–40,000€), graves (40,001–300,000€), muy graves (300,001–600,000€).</a:t>
          </a:r>
        </a:p>
      </dgm:t>
    </dgm:pt>
    <dgm:pt modelId="{06FD2ADF-F1D2-4E1B-A973-1C2759A38BBC}" type="parTrans" cxnId="{094445D2-FAF1-4F64-A5C3-87B6A5C53AEA}">
      <dgm:prSet/>
      <dgm:spPr/>
      <dgm:t>
        <a:bodyPr/>
        <a:lstStyle/>
        <a:p>
          <a:endParaRPr lang="en-US"/>
        </a:p>
      </dgm:t>
    </dgm:pt>
    <dgm:pt modelId="{1CDF58C8-7A51-4624-A105-F54541C7B596}" type="sibTrans" cxnId="{094445D2-FAF1-4F64-A5C3-87B6A5C53AEA}">
      <dgm:prSet/>
      <dgm:spPr/>
      <dgm:t>
        <a:bodyPr/>
        <a:lstStyle/>
        <a:p>
          <a:endParaRPr lang="en-US"/>
        </a:p>
      </dgm:t>
    </dgm:pt>
    <dgm:pt modelId="{3D6351A7-030E-4113-AAC9-8A5F3FBC8780}" type="pres">
      <dgm:prSet presAssocID="{D6C9D201-DCD2-4AA9-B9EA-4F3B74EA7BFA}" presName="cycle" presStyleCnt="0">
        <dgm:presLayoutVars>
          <dgm:dir/>
          <dgm:resizeHandles val="exact"/>
        </dgm:presLayoutVars>
      </dgm:prSet>
      <dgm:spPr/>
    </dgm:pt>
    <dgm:pt modelId="{A0D983A6-85B8-4047-B859-998BA316C28E}" type="pres">
      <dgm:prSet presAssocID="{8B0F6579-C285-4327-8A59-1D7CE36DAAE9}" presName="node" presStyleLbl="node1" presStyleIdx="0" presStyleCnt="3">
        <dgm:presLayoutVars>
          <dgm:bulletEnabled val="1"/>
        </dgm:presLayoutVars>
      </dgm:prSet>
      <dgm:spPr/>
    </dgm:pt>
    <dgm:pt modelId="{FB03C616-8FA8-4370-944B-B1D270C6AE2B}" type="pres">
      <dgm:prSet presAssocID="{8B0F6579-C285-4327-8A59-1D7CE36DAAE9}" presName="spNode" presStyleCnt="0"/>
      <dgm:spPr/>
    </dgm:pt>
    <dgm:pt modelId="{1F0208A9-F543-4980-9C1E-00CAE68E6D5C}" type="pres">
      <dgm:prSet presAssocID="{6406C496-8DEA-40E7-BA84-8E91B6499862}" presName="sibTrans" presStyleLbl="sibTrans1D1" presStyleIdx="0" presStyleCnt="3"/>
      <dgm:spPr/>
    </dgm:pt>
    <dgm:pt modelId="{946B2433-FE9F-4F32-B9C8-24134EE65AB7}" type="pres">
      <dgm:prSet presAssocID="{C28C666A-931D-45CD-858D-8BB35B3E92A8}" presName="node" presStyleLbl="node1" presStyleIdx="1" presStyleCnt="3">
        <dgm:presLayoutVars>
          <dgm:bulletEnabled val="1"/>
        </dgm:presLayoutVars>
      </dgm:prSet>
      <dgm:spPr/>
    </dgm:pt>
    <dgm:pt modelId="{D10DDE42-90B7-4544-98D0-CBA62992DB80}" type="pres">
      <dgm:prSet presAssocID="{C28C666A-931D-45CD-858D-8BB35B3E92A8}" presName="spNode" presStyleCnt="0"/>
      <dgm:spPr/>
    </dgm:pt>
    <dgm:pt modelId="{44822743-78FE-465F-8D6C-F5FFD953A233}" type="pres">
      <dgm:prSet presAssocID="{F396870B-D2D3-429F-BD0C-21141E38A8D3}" presName="sibTrans" presStyleLbl="sibTrans1D1" presStyleIdx="1" presStyleCnt="3"/>
      <dgm:spPr/>
    </dgm:pt>
    <dgm:pt modelId="{BC21D307-FFA1-4A75-9CD9-98BAEAC0EDAA}" type="pres">
      <dgm:prSet presAssocID="{074C0575-09FD-4EB1-BC8E-51D46CA75A14}" presName="node" presStyleLbl="node1" presStyleIdx="2" presStyleCnt="3">
        <dgm:presLayoutVars>
          <dgm:bulletEnabled val="1"/>
        </dgm:presLayoutVars>
      </dgm:prSet>
      <dgm:spPr/>
    </dgm:pt>
    <dgm:pt modelId="{0DB5C4C7-73AD-4CEA-B8E3-07FB3CEB8725}" type="pres">
      <dgm:prSet presAssocID="{074C0575-09FD-4EB1-BC8E-51D46CA75A14}" presName="spNode" presStyleCnt="0"/>
      <dgm:spPr/>
    </dgm:pt>
    <dgm:pt modelId="{1300D476-DECD-4176-AAA7-74D3055828BD}" type="pres">
      <dgm:prSet presAssocID="{1CDF58C8-7A51-4624-A105-F54541C7B596}" presName="sibTrans" presStyleLbl="sibTrans1D1" presStyleIdx="2" presStyleCnt="3"/>
      <dgm:spPr/>
    </dgm:pt>
  </dgm:ptLst>
  <dgm:cxnLst>
    <dgm:cxn modelId="{F05CD108-DC5A-4210-A6AF-B035C42EC479}" type="presOf" srcId="{8B0F6579-C285-4327-8A59-1D7CE36DAAE9}" destId="{A0D983A6-85B8-4047-B859-998BA316C28E}" srcOrd="0" destOrd="0" presId="urn:microsoft.com/office/officeart/2005/8/layout/cycle5"/>
    <dgm:cxn modelId="{606D1A33-751A-4FA0-B8AF-479DA8357C49}" type="presOf" srcId="{1CDF58C8-7A51-4624-A105-F54541C7B596}" destId="{1300D476-DECD-4176-AAA7-74D3055828BD}" srcOrd="0" destOrd="0" presId="urn:microsoft.com/office/officeart/2005/8/layout/cycle5"/>
    <dgm:cxn modelId="{D24C1D39-08F9-4E84-941B-0C8C79AD20A0}" srcId="{D6C9D201-DCD2-4AA9-B9EA-4F3B74EA7BFA}" destId="{C28C666A-931D-45CD-858D-8BB35B3E92A8}" srcOrd="1" destOrd="0" parTransId="{2E5A923A-705E-431D-9F51-7D30C3B89FC7}" sibTransId="{F396870B-D2D3-429F-BD0C-21141E38A8D3}"/>
    <dgm:cxn modelId="{3C89347F-D9F2-4834-84A1-DCA68D5850BA}" type="presOf" srcId="{F396870B-D2D3-429F-BD0C-21141E38A8D3}" destId="{44822743-78FE-465F-8D6C-F5FFD953A233}" srcOrd="0" destOrd="0" presId="urn:microsoft.com/office/officeart/2005/8/layout/cycle5"/>
    <dgm:cxn modelId="{74E64482-DB96-49BF-9F4B-B1A6CE597897}" type="presOf" srcId="{D6C9D201-DCD2-4AA9-B9EA-4F3B74EA7BFA}" destId="{3D6351A7-030E-4113-AAC9-8A5F3FBC8780}" srcOrd="0" destOrd="0" presId="urn:microsoft.com/office/officeart/2005/8/layout/cycle5"/>
    <dgm:cxn modelId="{405517A3-D5C1-4779-AEBE-1B16A35B6A57}" type="presOf" srcId="{C28C666A-931D-45CD-858D-8BB35B3E92A8}" destId="{946B2433-FE9F-4F32-B9C8-24134EE65AB7}" srcOrd="0" destOrd="0" presId="urn:microsoft.com/office/officeart/2005/8/layout/cycle5"/>
    <dgm:cxn modelId="{B588A2CE-9F70-4E74-9C85-93A5AA793C97}" srcId="{D6C9D201-DCD2-4AA9-B9EA-4F3B74EA7BFA}" destId="{8B0F6579-C285-4327-8A59-1D7CE36DAAE9}" srcOrd="0" destOrd="0" parTransId="{DF7DB6E9-721D-4A81-BF03-F46AB6B389BE}" sibTransId="{6406C496-8DEA-40E7-BA84-8E91B6499862}"/>
    <dgm:cxn modelId="{094445D2-FAF1-4F64-A5C3-87B6A5C53AEA}" srcId="{D6C9D201-DCD2-4AA9-B9EA-4F3B74EA7BFA}" destId="{074C0575-09FD-4EB1-BC8E-51D46CA75A14}" srcOrd="2" destOrd="0" parTransId="{06FD2ADF-F1D2-4E1B-A973-1C2759A38BBC}" sibTransId="{1CDF58C8-7A51-4624-A105-F54541C7B596}"/>
    <dgm:cxn modelId="{B199A4D3-CBBA-4437-885F-AAF567A43687}" type="presOf" srcId="{074C0575-09FD-4EB1-BC8E-51D46CA75A14}" destId="{BC21D307-FFA1-4A75-9CD9-98BAEAC0EDAA}" srcOrd="0" destOrd="0" presId="urn:microsoft.com/office/officeart/2005/8/layout/cycle5"/>
    <dgm:cxn modelId="{5C6FDAFD-098D-4A51-A530-CC4A58F2C3FF}" type="presOf" srcId="{6406C496-8DEA-40E7-BA84-8E91B6499862}" destId="{1F0208A9-F543-4980-9C1E-00CAE68E6D5C}" srcOrd="0" destOrd="0" presId="urn:microsoft.com/office/officeart/2005/8/layout/cycle5"/>
    <dgm:cxn modelId="{6C228A90-FB34-43BB-8390-99AF202F2502}" type="presParOf" srcId="{3D6351A7-030E-4113-AAC9-8A5F3FBC8780}" destId="{A0D983A6-85B8-4047-B859-998BA316C28E}" srcOrd="0" destOrd="0" presId="urn:microsoft.com/office/officeart/2005/8/layout/cycle5"/>
    <dgm:cxn modelId="{C638655F-B853-45AE-A8CD-73ACA0F6DDFE}" type="presParOf" srcId="{3D6351A7-030E-4113-AAC9-8A5F3FBC8780}" destId="{FB03C616-8FA8-4370-944B-B1D270C6AE2B}" srcOrd="1" destOrd="0" presId="urn:microsoft.com/office/officeart/2005/8/layout/cycle5"/>
    <dgm:cxn modelId="{E8185C57-91D6-4560-ADFA-6EF5604A8594}" type="presParOf" srcId="{3D6351A7-030E-4113-AAC9-8A5F3FBC8780}" destId="{1F0208A9-F543-4980-9C1E-00CAE68E6D5C}" srcOrd="2" destOrd="0" presId="urn:microsoft.com/office/officeart/2005/8/layout/cycle5"/>
    <dgm:cxn modelId="{B3545D99-52F0-411E-BE1D-8ADF4CAEBD5D}" type="presParOf" srcId="{3D6351A7-030E-4113-AAC9-8A5F3FBC8780}" destId="{946B2433-FE9F-4F32-B9C8-24134EE65AB7}" srcOrd="3" destOrd="0" presId="urn:microsoft.com/office/officeart/2005/8/layout/cycle5"/>
    <dgm:cxn modelId="{7E42E8B2-F837-46C3-B988-B14A0750BB83}" type="presParOf" srcId="{3D6351A7-030E-4113-AAC9-8A5F3FBC8780}" destId="{D10DDE42-90B7-4544-98D0-CBA62992DB80}" srcOrd="4" destOrd="0" presId="urn:microsoft.com/office/officeart/2005/8/layout/cycle5"/>
    <dgm:cxn modelId="{63532110-AD3A-4969-A886-4E780B5A4DE8}" type="presParOf" srcId="{3D6351A7-030E-4113-AAC9-8A5F3FBC8780}" destId="{44822743-78FE-465F-8D6C-F5FFD953A233}" srcOrd="5" destOrd="0" presId="urn:microsoft.com/office/officeart/2005/8/layout/cycle5"/>
    <dgm:cxn modelId="{663C56BA-FFE4-48A7-BDAA-1EAD3132F7E5}" type="presParOf" srcId="{3D6351A7-030E-4113-AAC9-8A5F3FBC8780}" destId="{BC21D307-FFA1-4A75-9CD9-98BAEAC0EDAA}" srcOrd="6" destOrd="0" presId="urn:microsoft.com/office/officeart/2005/8/layout/cycle5"/>
    <dgm:cxn modelId="{33824972-9222-4E7F-AB3F-59DF170AFE1A}" type="presParOf" srcId="{3D6351A7-030E-4113-AAC9-8A5F3FBC8780}" destId="{0DB5C4C7-73AD-4CEA-B8E3-07FB3CEB8725}" srcOrd="7" destOrd="0" presId="urn:microsoft.com/office/officeart/2005/8/layout/cycle5"/>
    <dgm:cxn modelId="{F63311C3-0DAA-417C-BAB8-5C7333898CFC}" type="presParOf" srcId="{3D6351A7-030E-4113-AAC9-8A5F3FBC8780}" destId="{1300D476-DECD-4176-AAA7-74D3055828BD}" srcOrd="8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3B737B5-DD15-4FAF-97E9-E2FF38F355C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D31A9E4-C8A3-46D3-B22C-2FF048D8CE03}">
      <dgm:prSet/>
      <dgm:spPr/>
      <dgm:t>
        <a:bodyPr/>
        <a:lstStyle/>
        <a:p>
          <a:r>
            <a:rPr lang="en-US"/>
            <a:t>Obligatorias para ficheros de datos de nivel medio o alto.</a:t>
          </a:r>
        </a:p>
      </dgm:t>
    </dgm:pt>
    <dgm:pt modelId="{C9975262-4C05-4281-9DA6-A098BE8EA2BE}" type="parTrans" cxnId="{827C5163-DC3E-4F74-87AE-1CAF27886ED2}">
      <dgm:prSet/>
      <dgm:spPr/>
      <dgm:t>
        <a:bodyPr/>
        <a:lstStyle/>
        <a:p>
          <a:endParaRPr lang="en-US"/>
        </a:p>
      </dgm:t>
    </dgm:pt>
    <dgm:pt modelId="{5EB4A1B7-0335-4EB4-B491-C6C5C8B42801}" type="sibTrans" cxnId="{827C5163-DC3E-4F74-87AE-1CAF27886ED2}">
      <dgm:prSet/>
      <dgm:spPr/>
      <dgm:t>
        <a:bodyPr/>
        <a:lstStyle/>
        <a:p>
          <a:endParaRPr lang="en-US"/>
        </a:p>
      </dgm:t>
    </dgm:pt>
    <dgm:pt modelId="{63F0DE08-667B-4DD4-BEE2-078E953C32DA}">
      <dgm:prSet/>
      <dgm:spPr/>
      <dgm:t>
        <a:bodyPr/>
        <a:lstStyle/>
        <a:p>
          <a:r>
            <a:rPr lang="en-US"/>
            <a:t>Basadas en el RD 1720/2007.</a:t>
          </a:r>
        </a:p>
      </dgm:t>
    </dgm:pt>
    <dgm:pt modelId="{B9E96D5B-F3FC-4002-AC5E-A897A993A3D8}" type="parTrans" cxnId="{37F27116-52E5-4D58-B6FB-AC47FF180AA3}">
      <dgm:prSet/>
      <dgm:spPr/>
      <dgm:t>
        <a:bodyPr/>
        <a:lstStyle/>
        <a:p>
          <a:endParaRPr lang="en-US"/>
        </a:p>
      </dgm:t>
    </dgm:pt>
    <dgm:pt modelId="{812D7AB2-B194-4152-8CDE-A0C393F25EA9}" type="sibTrans" cxnId="{37F27116-52E5-4D58-B6FB-AC47FF180AA3}">
      <dgm:prSet/>
      <dgm:spPr/>
      <dgm:t>
        <a:bodyPr/>
        <a:lstStyle/>
        <a:p>
          <a:endParaRPr lang="en-US"/>
        </a:p>
      </dgm:t>
    </dgm:pt>
    <dgm:pt modelId="{D22CD5EA-035C-4C8E-B78F-AC6E1C642300}">
      <dgm:prSet/>
      <dgm:spPr/>
      <dgm:t>
        <a:bodyPr/>
        <a:lstStyle/>
        <a:p>
          <a:r>
            <a:rPr lang="en-US"/>
            <a:t>Verifican el cumplimiento de la LOPD y las medidas técnicas implementadas.</a:t>
          </a:r>
        </a:p>
      </dgm:t>
    </dgm:pt>
    <dgm:pt modelId="{70245F1A-6C07-469E-A52B-4BD808A4013D}" type="parTrans" cxnId="{B7797C13-C464-4940-8C24-1CD26D610BCF}">
      <dgm:prSet/>
      <dgm:spPr/>
      <dgm:t>
        <a:bodyPr/>
        <a:lstStyle/>
        <a:p>
          <a:endParaRPr lang="en-US"/>
        </a:p>
      </dgm:t>
    </dgm:pt>
    <dgm:pt modelId="{2B07C93B-D6F0-479E-8978-9B51A919E839}" type="sibTrans" cxnId="{B7797C13-C464-4940-8C24-1CD26D610BCF}">
      <dgm:prSet/>
      <dgm:spPr/>
      <dgm:t>
        <a:bodyPr/>
        <a:lstStyle/>
        <a:p>
          <a:endParaRPr lang="en-US"/>
        </a:p>
      </dgm:t>
    </dgm:pt>
    <dgm:pt modelId="{51DDAA9F-6E11-4154-AFC7-6207C3DA6565}">
      <dgm:prSet/>
      <dgm:spPr/>
      <dgm:t>
        <a:bodyPr/>
        <a:lstStyle/>
        <a:p>
          <a:r>
            <a:rPr lang="en-US"/>
            <a:t>Recomendable realizarlas con auditores externos.</a:t>
          </a:r>
        </a:p>
      </dgm:t>
    </dgm:pt>
    <dgm:pt modelId="{A6FA4163-19F1-4B19-BE73-62470D52EA2E}" type="parTrans" cxnId="{DEA87CEB-A6FA-4565-AA37-3DA38E192125}">
      <dgm:prSet/>
      <dgm:spPr/>
      <dgm:t>
        <a:bodyPr/>
        <a:lstStyle/>
        <a:p>
          <a:endParaRPr lang="en-US"/>
        </a:p>
      </dgm:t>
    </dgm:pt>
    <dgm:pt modelId="{E45BDD38-2EBC-4DFA-8044-9F381342D17C}" type="sibTrans" cxnId="{DEA87CEB-A6FA-4565-AA37-3DA38E192125}">
      <dgm:prSet/>
      <dgm:spPr/>
      <dgm:t>
        <a:bodyPr/>
        <a:lstStyle/>
        <a:p>
          <a:endParaRPr lang="en-US"/>
        </a:p>
      </dgm:t>
    </dgm:pt>
    <dgm:pt modelId="{E93D5509-8901-4E1A-A999-65A19E4653BC}" type="pres">
      <dgm:prSet presAssocID="{43B737B5-DD15-4FAF-97E9-E2FF38F355CD}" presName="linear" presStyleCnt="0">
        <dgm:presLayoutVars>
          <dgm:animLvl val="lvl"/>
          <dgm:resizeHandles val="exact"/>
        </dgm:presLayoutVars>
      </dgm:prSet>
      <dgm:spPr/>
    </dgm:pt>
    <dgm:pt modelId="{ABB3810B-1F52-4A99-AA4E-49311C5466DD}" type="pres">
      <dgm:prSet presAssocID="{3D31A9E4-C8A3-46D3-B22C-2FF048D8CE0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C31092D-C1A4-415B-AA37-7D35F9746551}" type="pres">
      <dgm:prSet presAssocID="{5EB4A1B7-0335-4EB4-B491-C6C5C8B42801}" presName="spacer" presStyleCnt="0"/>
      <dgm:spPr/>
    </dgm:pt>
    <dgm:pt modelId="{3778E908-0FD3-4E7E-A48A-D383E126FB16}" type="pres">
      <dgm:prSet presAssocID="{63F0DE08-667B-4DD4-BEE2-078E953C32D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3B30C1E-0BBE-4EDC-885D-4542694FB87B}" type="pres">
      <dgm:prSet presAssocID="{812D7AB2-B194-4152-8CDE-A0C393F25EA9}" presName="spacer" presStyleCnt="0"/>
      <dgm:spPr/>
    </dgm:pt>
    <dgm:pt modelId="{E7154BD6-F012-43EA-A245-4B07C8C3B9A9}" type="pres">
      <dgm:prSet presAssocID="{D22CD5EA-035C-4C8E-B78F-AC6E1C64230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5891D20-CFC4-40A5-A9CC-A2E53DABB62F}" type="pres">
      <dgm:prSet presAssocID="{2B07C93B-D6F0-479E-8978-9B51A919E839}" presName="spacer" presStyleCnt="0"/>
      <dgm:spPr/>
    </dgm:pt>
    <dgm:pt modelId="{62D1D7EC-26DC-4C36-BE1C-0A1E40A3AEBE}" type="pres">
      <dgm:prSet presAssocID="{51DDAA9F-6E11-4154-AFC7-6207C3DA656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7797C13-C464-4940-8C24-1CD26D610BCF}" srcId="{43B737B5-DD15-4FAF-97E9-E2FF38F355CD}" destId="{D22CD5EA-035C-4C8E-B78F-AC6E1C642300}" srcOrd="2" destOrd="0" parTransId="{70245F1A-6C07-469E-A52B-4BD808A4013D}" sibTransId="{2B07C93B-D6F0-479E-8978-9B51A919E839}"/>
    <dgm:cxn modelId="{37F27116-52E5-4D58-B6FB-AC47FF180AA3}" srcId="{43B737B5-DD15-4FAF-97E9-E2FF38F355CD}" destId="{63F0DE08-667B-4DD4-BEE2-078E953C32DA}" srcOrd="1" destOrd="0" parTransId="{B9E96D5B-F3FC-4002-AC5E-A897A993A3D8}" sibTransId="{812D7AB2-B194-4152-8CDE-A0C393F25EA9}"/>
    <dgm:cxn modelId="{8F5A5B28-9FB1-4E5E-AE5E-6EF0F0AE7F93}" type="presOf" srcId="{3D31A9E4-C8A3-46D3-B22C-2FF048D8CE03}" destId="{ABB3810B-1F52-4A99-AA4E-49311C5466DD}" srcOrd="0" destOrd="0" presId="urn:microsoft.com/office/officeart/2005/8/layout/vList2"/>
    <dgm:cxn modelId="{827C5163-DC3E-4F74-87AE-1CAF27886ED2}" srcId="{43B737B5-DD15-4FAF-97E9-E2FF38F355CD}" destId="{3D31A9E4-C8A3-46D3-B22C-2FF048D8CE03}" srcOrd="0" destOrd="0" parTransId="{C9975262-4C05-4281-9DA6-A098BE8EA2BE}" sibTransId="{5EB4A1B7-0335-4EB4-B491-C6C5C8B42801}"/>
    <dgm:cxn modelId="{189B0267-DBD2-4399-85DE-351CC6703BB6}" type="presOf" srcId="{51DDAA9F-6E11-4154-AFC7-6207C3DA6565}" destId="{62D1D7EC-26DC-4C36-BE1C-0A1E40A3AEBE}" srcOrd="0" destOrd="0" presId="urn:microsoft.com/office/officeart/2005/8/layout/vList2"/>
    <dgm:cxn modelId="{1BC06875-28D8-4FA1-BF0F-3B523F5E0C59}" type="presOf" srcId="{D22CD5EA-035C-4C8E-B78F-AC6E1C642300}" destId="{E7154BD6-F012-43EA-A245-4B07C8C3B9A9}" srcOrd="0" destOrd="0" presId="urn:microsoft.com/office/officeart/2005/8/layout/vList2"/>
    <dgm:cxn modelId="{DEA87CEB-A6FA-4565-AA37-3DA38E192125}" srcId="{43B737B5-DD15-4FAF-97E9-E2FF38F355CD}" destId="{51DDAA9F-6E11-4154-AFC7-6207C3DA6565}" srcOrd="3" destOrd="0" parTransId="{A6FA4163-19F1-4B19-BE73-62470D52EA2E}" sibTransId="{E45BDD38-2EBC-4DFA-8044-9F381342D17C}"/>
    <dgm:cxn modelId="{D2EBE3F5-B986-4C26-B53B-0E6E2D708C1D}" type="presOf" srcId="{43B737B5-DD15-4FAF-97E9-E2FF38F355CD}" destId="{E93D5509-8901-4E1A-A999-65A19E4653BC}" srcOrd="0" destOrd="0" presId="urn:microsoft.com/office/officeart/2005/8/layout/vList2"/>
    <dgm:cxn modelId="{334657FD-B8F3-4AC2-B501-F9146D9EA4F3}" type="presOf" srcId="{63F0DE08-667B-4DD4-BEE2-078E953C32DA}" destId="{3778E908-0FD3-4E7E-A48A-D383E126FB16}" srcOrd="0" destOrd="0" presId="urn:microsoft.com/office/officeart/2005/8/layout/vList2"/>
    <dgm:cxn modelId="{D306F9EB-06B6-4917-BDDF-859A726810CC}" type="presParOf" srcId="{E93D5509-8901-4E1A-A999-65A19E4653BC}" destId="{ABB3810B-1F52-4A99-AA4E-49311C5466DD}" srcOrd="0" destOrd="0" presId="urn:microsoft.com/office/officeart/2005/8/layout/vList2"/>
    <dgm:cxn modelId="{EF3DAE1F-D035-44D0-871A-54CB7FED1EFC}" type="presParOf" srcId="{E93D5509-8901-4E1A-A999-65A19E4653BC}" destId="{BC31092D-C1A4-415B-AA37-7D35F9746551}" srcOrd="1" destOrd="0" presId="urn:microsoft.com/office/officeart/2005/8/layout/vList2"/>
    <dgm:cxn modelId="{364B8499-E722-4676-9CF8-879E9D067EFC}" type="presParOf" srcId="{E93D5509-8901-4E1A-A999-65A19E4653BC}" destId="{3778E908-0FD3-4E7E-A48A-D383E126FB16}" srcOrd="2" destOrd="0" presId="urn:microsoft.com/office/officeart/2005/8/layout/vList2"/>
    <dgm:cxn modelId="{62710196-C1F2-4AEE-8B94-5AAC73972497}" type="presParOf" srcId="{E93D5509-8901-4E1A-A999-65A19E4653BC}" destId="{E3B30C1E-0BBE-4EDC-885D-4542694FB87B}" srcOrd="3" destOrd="0" presId="urn:microsoft.com/office/officeart/2005/8/layout/vList2"/>
    <dgm:cxn modelId="{DA38EFFE-A84F-4376-BA96-00621DD8D745}" type="presParOf" srcId="{E93D5509-8901-4E1A-A999-65A19E4653BC}" destId="{E7154BD6-F012-43EA-A245-4B07C8C3B9A9}" srcOrd="4" destOrd="0" presId="urn:microsoft.com/office/officeart/2005/8/layout/vList2"/>
    <dgm:cxn modelId="{D1EFB667-206C-484E-A1BD-AEBA8A1541A8}" type="presParOf" srcId="{E93D5509-8901-4E1A-A999-65A19E4653BC}" destId="{05891D20-CFC4-40A5-A9CC-A2E53DABB62F}" srcOrd="5" destOrd="0" presId="urn:microsoft.com/office/officeart/2005/8/layout/vList2"/>
    <dgm:cxn modelId="{A5F11089-CBF5-4E27-8906-4AEFD882CBD0}" type="presParOf" srcId="{E93D5509-8901-4E1A-A999-65A19E4653BC}" destId="{62D1D7EC-26DC-4C36-BE1C-0A1E40A3AEB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7E9E61C-4C95-4064-8938-8E2FE6D2B86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9370FAE-A07A-4C56-AA75-7ECCE7817B5C}">
      <dgm:prSet/>
      <dgm:spPr/>
      <dgm:t>
        <a:bodyPr/>
        <a:lstStyle/>
        <a:p>
          <a:r>
            <a:rPr lang="en-US"/>
            <a:t>Autoridad española independiente para garantizar la privacidad.</a:t>
          </a:r>
        </a:p>
      </dgm:t>
    </dgm:pt>
    <dgm:pt modelId="{9039B0EB-3099-4BFB-9661-5EB632D7E84B}" type="parTrans" cxnId="{802034C8-F996-474D-9F27-5DDB79C46B1C}">
      <dgm:prSet/>
      <dgm:spPr/>
      <dgm:t>
        <a:bodyPr/>
        <a:lstStyle/>
        <a:p>
          <a:endParaRPr lang="en-US"/>
        </a:p>
      </dgm:t>
    </dgm:pt>
    <dgm:pt modelId="{5B32692E-5F15-4707-AF7F-880823974934}" type="sibTrans" cxnId="{802034C8-F996-474D-9F27-5DDB79C46B1C}">
      <dgm:prSet/>
      <dgm:spPr/>
      <dgm:t>
        <a:bodyPr/>
        <a:lstStyle/>
        <a:p>
          <a:endParaRPr lang="en-US"/>
        </a:p>
      </dgm:t>
    </dgm:pt>
    <dgm:pt modelId="{C0814829-9303-466E-96F7-A44C86D075EF}">
      <dgm:prSet/>
      <dgm:spPr/>
      <dgm:t>
        <a:bodyPr/>
        <a:lstStyle/>
        <a:p>
          <a:r>
            <a:rPr lang="en-US"/>
            <a:t>Proporciona herramientas como Facilita_RGPD y guías técnicas.</a:t>
          </a:r>
        </a:p>
      </dgm:t>
    </dgm:pt>
    <dgm:pt modelId="{EE92D532-8CBA-4761-8418-8A3C3FB18DC5}" type="parTrans" cxnId="{F9CFDE9D-22D4-424A-959B-E1FED3008D40}">
      <dgm:prSet/>
      <dgm:spPr/>
      <dgm:t>
        <a:bodyPr/>
        <a:lstStyle/>
        <a:p>
          <a:endParaRPr lang="en-US"/>
        </a:p>
      </dgm:t>
    </dgm:pt>
    <dgm:pt modelId="{452C7C0E-74EB-4A73-911E-4280A4087764}" type="sibTrans" cxnId="{F9CFDE9D-22D4-424A-959B-E1FED3008D40}">
      <dgm:prSet/>
      <dgm:spPr/>
      <dgm:t>
        <a:bodyPr/>
        <a:lstStyle/>
        <a:p>
          <a:endParaRPr lang="en-US"/>
        </a:p>
      </dgm:t>
    </dgm:pt>
    <dgm:pt modelId="{5D7C85F5-FFC1-4656-89C3-AF7B0FA8E286}">
      <dgm:prSet/>
      <dgm:spPr/>
      <dgm:t>
        <a:bodyPr/>
        <a:lstStyle/>
        <a:p>
          <a:r>
            <a:rPr lang="en-US"/>
            <a:t>Actúa de forma autónoma frente a las Administraciones Públicas.</a:t>
          </a:r>
        </a:p>
      </dgm:t>
    </dgm:pt>
    <dgm:pt modelId="{E6351308-0BBC-466E-BC63-509F995126B0}" type="parTrans" cxnId="{19BF84BF-D392-4ECB-AC34-D80CEFAEC7A5}">
      <dgm:prSet/>
      <dgm:spPr/>
      <dgm:t>
        <a:bodyPr/>
        <a:lstStyle/>
        <a:p>
          <a:endParaRPr lang="en-US"/>
        </a:p>
      </dgm:t>
    </dgm:pt>
    <dgm:pt modelId="{BFC380FC-0A9F-49EA-B61E-9D12691033BA}" type="sibTrans" cxnId="{19BF84BF-D392-4ECB-AC34-D80CEFAEC7A5}">
      <dgm:prSet/>
      <dgm:spPr/>
      <dgm:t>
        <a:bodyPr/>
        <a:lstStyle/>
        <a:p>
          <a:endParaRPr lang="en-US"/>
        </a:p>
      </dgm:t>
    </dgm:pt>
    <dgm:pt modelId="{1C63D38C-8126-4A6A-B074-C8C40138025C}" type="pres">
      <dgm:prSet presAssocID="{47E9E61C-4C95-4064-8938-8E2FE6D2B86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2BD9C6F-6A87-4059-A6B4-C2811B58365C}" type="pres">
      <dgm:prSet presAssocID="{F9370FAE-A07A-4C56-AA75-7ECCE7817B5C}" presName="hierRoot1" presStyleCnt="0"/>
      <dgm:spPr/>
    </dgm:pt>
    <dgm:pt modelId="{A0AC469E-1555-4D26-8B92-B88A29F7C3D1}" type="pres">
      <dgm:prSet presAssocID="{F9370FAE-A07A-4C56-AA75-7ECCE7817B5C}" presName="composite" presStyleCnt="0"/>
      <dgm:spPr/>
    </dgm:pt>
    <dgm:pt modelId="{CCFA1632-95D4-4BAA-8195-C972624F9150}" type="pres">
      <dgm:prSet presAssocID="{F9370FAE-A07A-4C56-AA75-7ECCE7817B5C}" presName="background" presStyleLbl="node0" presStyleIdx="0" presStyleCnt="3"/>
      <dgm:spPr/>
    </dgm:pt>
    <dgm:pt modelId="{7633597C-BC97-41C9-B3F8-A3ED571B305F}" type="pres">
      <dgm:prSet presAssocID="{F9370FAE-A07A-4C56-AA75-7ECCE7817B5C}" presName="text" presStyleLbl="fgAcc0" presStyleIdx="0" presStyleCnt="3">
        <dgm:presLayoutVars>
          <dgm:chPref val="3"/>
        </dgm:presLayoutVars>
      </dgm:prSet>
      <dgm:spPr/>
    </dgm:pt>
    <dgm:pt modelId="{91DC4212-CDB8-42A0-81BF-2DCC3F96CD8A}" type="pres">
      <dgm:prSet presAssocID="{F9370FAE-A07A-4C56-AA75-7ECCE7817B5C}" presName="hierChild2" presStyleCnt="0"/>
      <dgm:spPr/>
    </dgm:pt>
    <dgm:pt modelId="{D94BCDC5-2F72-4D74-AD0E-58FD7108C0D4}" type="pres">
      <dgm:prSet presAssocID="{C0814829-9303-466E-96F7-A44C86D075EF}" presName="hierRoot1" presStyleCnt="0"/>
      <dgm:spPr/>
    </dgm:pt>
    <dgm:pt modelId="{64A187EE-9884-4D64-9B8E-B75ABCC590ED}" type="pres">
      <dgm:prSet presAssocID="{C0814829-9303-466E-96F7-A44C86D075EF}" presName="composite" presStyleCnt="0"/>
      <dgm:spPr/>
    </dgm:pt>
    <dgm:pt modelId="{09C081FF-12E2-4B38-BF55-CDC4A4453067}" type="pres">
      <dgm:prSet presAssocID="{C0814829-9303-466E-96F7-A44C86D075EF}" presName="background" presStyleLbl="node0" presStyleIdx="1" presStyleCnt="3"/>
      <dgm:spPr/>
    </dgm:pt>
    <dgm:pt modelId="{50EBAD9B-9B1D-4491-BE2D-FE1378D67619}" type="pres">
      <dgm:prSet presAssocID="{C0814829-9303-466E-96F7-A44C86D075EF}" presName="text" presStyleLbl="fgAcc0" presStyleIdx="1" presStyleCnt="3">
        <dgm:presLayoutVars>
          <dgm:chPref val="3"/>
        </dgm:presLayoutVars>
      </dgm:prSet>
      <dgm:spPr/>
    </dgm:pt>
    <dgm:pt modelId="{EC8F5F8E-E1D3-4F33-9435-91403A370847}" type="pres">
      <dgm:prSet presAssocID="{C0814829-9303-466E-96F7-A44C86D075EF}" presName="hierChild2" presStyleCnt="0"/>
      <dgm:spPr/>
    </dgm:pt>
    <dgm:pt modelId="{A979FA10-D357-41AD-8C32-2254A520FAE3}" type="pres">
      <dgm:prSet presAssocID="{5D7C85F5-FFC1-4656-89C3-AF7B0FA8E286}" presName="hierRoot1" presStyleCnt="0"/>
      <dgm:spPr/>
    </dgm:pt>
    <dgm:pt modelId="{F16DBB84-2B82-4D65-A82B-1790E3B520DF}" type="pres">
      <dgm:prSet presAssocID="{5D7C85F5-FFC1-4656-89C3-AF7B0FA8E286}" presName="composite" presStyleCnt="0"/>
      <dgm:spPr/>
    </dgm:pt>
    <dgm:pt modelId="{ECB1B0FF-06C6-4742-A5F9-F2FC4BEE1E83}" type="pres">
      <dgm:prSet presAssocID="{5D7C85F5-FFC1-4656-89C3-AF7B0FA8E286}" presName="background" presStyleLbl="node0" presStyleIdx="2" presStyleCnt="3"/>
      <dgm:spPr/>
    </dgm:pt>
    <dgm:pt modelId="{62C21BA6-5606-43FA-BF77-65B74A8E4010}" type="pres">
      <dgm:prSet presAssocID="{5D7C85F5-FFC1-4656-89C3-AF7B0FA8E286}" presName="text" presStyleLbl="fgAcc0" presStyleIdx="2" presStyleCnt="3">
        <dgm:presLayoutVars>
          <dgm:chPref val="3"/>
        </dgm:presLayoutVars>
      </dgm:prSet>
      <dgm:spPr/>
    </dgm:pt>
    <dgm:pt modelId="{BB181417-414A-488C-9E44-B1133AF97D84}" type="pres">
      <dgm:prSet presAssocID="{5D7C85F5-FFC1-4656-89C3-AF7B0FA8E286}" presName="hierChild2" presStyleCnt="0"/>
      <dgm:spPr/>
    </dgm:pt>
  </dgm:ptLst>
  <dgm:cxnLst>
    <dgm:cxn modelId="{C548A369-CF92-4AB9-980B-8BF55F0A6FE6}" type="presOf" srcId="{5D7C85F5-FFC1-4656-89C3-AF7B0FA8E286}" destId="{62C21BA6-5606-43FA-BF77-65B74A8E4010}" srcOrd="0" destOrd="0" presId="urn:microsoft.com/office/officeart/2005/8/layout/hierarchy1"/>
    <dgm:cxn modelId="{6BFAFD98-96F6-4EBE-8D89-55A010DEAD09}" type="presOf" srcId="{F9370FAE-A07A-4C56-AA75-7ECCE7817B5C}" destId="{7633597C-BC97-41C9-B3F8-A3ED571B305F}" srcOrd="0" destOrd="0" presId="urn:microsoft.com/office/officeart/2005/8/layout/hierarchy1"/>
    <dgm:cxn modelId="{F9CFDE9D-22D4-424A-959B-E1FED3008D40}" srcId="{47E9E61C-4C95-4064-8938-8E2FE6D2B86C}" destId="{C0814829-9303-466E-96F7-A44C86D075EF}" srcOrd="1" destOrd="0" parTransId="{EE92D532-8CBA-4761-8418-8A3C3FB18DC5}" sibTransId="{452C7C0E-74EB-4A73-911E-4280A4087764}"/>
    <dgm:cxn modelId="{19BF84BF-D392-4ECB-AC34-D80CEFAEC7A5}" srcId="{47E9E61C-4C95-4064-8938-8E2FE6D2B86C}" destId="{5D7C85F5-FFC1-4656-89C3-AF7B0FA8E286}" srcOrd="2" destOrd="0" parTransId="{E6351308-0BBC-466E-BC63-509F995126B0}" sibTransId="{BFC380FC-0A9F-49EA-B61E-9D12691033BA}"/>
    <dgm:cxn modelId="{802034C8-F996-474D-9F27-5DDB79C46B1C}" srcId="{47E9E61C-4C95-4064-8938-8E2FE6D2B86C}" destId="{F9370FAE-A07A-4C56-AA75-7ECCE7817B5C}" srcOrd="0" destOrd="0" parTransId="{9039B0EB-3099-4BFB-9661-5EB632D7E84B}" sibTransId="{5B32692E-5F15-4707-AF7F-880823974934}"/>
    <dgm:cxn modelId="{A63E81DE-9BD2-48BA-B875-E010AC6E0157}" type="presOf" srcId="{C0814829-9303-466E-96F7-A44C86D075EF}" destId="{50EBAD9B-9B1D-4491-BE2D-FE1378D67619}" srcOrd="0" destOrd="0" presId="urn:microsoft.com/office/officeart/2005/8/layout/hierarchy1"/>
    <dgm:cxn modelId="{90F4D8E7-8986-4D21-8A11-2CB1F33AC169}" type="presOf" srcId="{47E9E61C-4C95-4064-8938-8E2FE6D2B86C}" destId="{1C63D38C-8126-4A6A-B074-C8C40138025C}" srcOrd="0" destOrd="0" presId="urn:microsoft.com/office/officeart/2005/8/layout/hierarchy1"/>
    <dgm:cxn modelId="{FD5568A9-CC1B-43C2-8F2F-8DE3A9C1B761}" type="presParOf" srcId="{1C63D38C-8126-4A6A-B074-C8C40138025C}" destId="{42BD9C6F-6A87-4059-A6B4-C2811B58365C}" srcOrd="0" destOrd="0" presId="urn:microsoft.com/office/officeart/2005/8/layout/hierarchy1"/>
    <dgm:cxn modelId="{6D18D8D0-3FF8-468B-8A62-408D50ABE3CD}" type="presParOf" srcId="{42BD9C6F-6A87-4059-A6B4-C2811B58365C}" destId="{A0AC469E-1555-4D26-8B92-B88A29F7C3D1}" srcOrd="0" destOrd="0" presId="urn:microsoft.com/office/officeart/2005/8/layout/hierarchy1"/>
    <dgm:cxn modelId="{83A3B3FB-EA47-4CEA-9F9A-625E32987A25}" type="presParOf" srcId="{A0AC469E-1555-4D26-8B92-B88A29F7C3D1}" destId="{CCFA1632-95D4-4BAA-8195-C972624F9150}" srcOrd="0" destOrd="0" presId="urn:microsoft.com/office/officeart/2005/8/layout/hierarchy1"/>
    <dgm:cxn modelId="{6E0043FB-8B01-49CB-B35A-C8BE5A59FE21}" type="presParOf" srcId="{A0AC469E-1555-4D26-8B92-B88A29F7C3D1}" destId="{7633597C-BC97-41C9-B3F8-A3ED571B305F}" srcOrd="1" destOrd="0" presId="urn:microsoft.com/office/officeart/2005/8/layout/hierarchy1"/>
    <dgm:cxn modelId="{8DA4B33E-4AAC-4C6A-82BC-FDFCA374C836}" type="presParOf" srcId="{42BD9C6F-6A87-4059-A6B4-C2811B58365C}" destId="{91DC4212-CDB8-42A0-81BF-2DCC3F96CD8A}" srcOrd="1" destOrd="0" presId="urn:microsoft.com/office/officeart/2005/8/layout/hierarchy1"/>
    <dgm:cxn modelId="{4E5E0620-69A4-4124-8EA5-FB628A880373}" type="presParOf" srcId="{1C63D38C-8126-4A6A-B074-C8C40138025C}" destId="{D94BCDC5-2F72-4D74-AD0E-58FD7108C0D4}" srcOrd="1" destOrd="0" presId="urn:microsoft.com/office/officeart/2005/8/layout/hierarchy1"/>
    <dgm:cxn modelId="{4EF964A0-347C-493F-9C42-4EAAABF3A831}" type="presParOf" srcId="{D94BCDC5-2F72-4D74-AD0E-58FD7108C0D4}" destId="{64A187EE-9884-4D64-9B8E-B75ABCC590ED}" srcOrd="0" destOrd="0" presId="urn:microsoft.com/office/officeart/2005/8/layout/hierarchy1"/>
    <dgm:cxn modelId="{5191A6EB-0409-43FC-986E-06ED3DDB2276}" type="presParOf" srcId="{64A187EE-9884-4D64-9B8E-B75ABCC590ED}" destId="{09C081FF-12E2-4B38-BF55-CDC4A4453067}" srcOrd="0" destOrd="0" presId="urn:microsoft.com/office/officeart/2005/8/layout/hierarchy1"/>
    <dgm:cxn modelId="{82EB2FD2-81C0-4862-B5C9-8B24559A97D0}" type="presParOf" srcId="{64A187EE-9884-4D64-9B8E-B75ABCC590ED}" destId="{50EBAD9B-9B1D-4491-BE2D-FE1378D67619}" srcOrd="1" destOrd="0" presId="urn:microsoft.com/office/officeart/2005/8/layout/hierarchy1"/>
    <dgm:cxn modelId="{0FC52D3E-DF4F-46CB-AE7F-3397762FDCE4}" type="presParOf" srcId="{D94BCDC5-2F72-4D74-AD0E-58FD7108C0D4}" destId="{EC8F5F8E-E1D3-4F33-9435-91403A370847}" srcOrd="1" destOrd="0" presId="urn:microsoft.com/office/officeart/2005/8/layout/hierarchy1"/>
    <dgm:cxn modelId="{B5EEF67A-D844-4A27-BC95-AC9B32B4187E}" type="presParOf" srcId="{1C63D38C-8126-4A6A-B074-C8C40138025C}" destId="{A979FA10-D357-41AD-8C32-2254A520FAE3}" srcOrd="2" destOrd="0" presId="urn:microsoft.com/office/officeart/2005/8/layout/hierarchy1"/>
    <dgm:cxn modelId="{E77C0066-D3FA-416B-BA7B-92EFDECC387B}" type="presParOf" srcId="{A979FA10-D357-41AD-8C32-2254A520FAE3}" destId="{F16DBB84-2B82-4D65-A82B-1790E3B520DF}" srcOrd="0" destOrd="0" presId="urn:microsoft.com/office/officeart/2005/8/layout/hierarchy1"/>
    <dgm:cxn modelId="{2940A6C7-FD3B-4CC9-9124-D93E0A27932D}" type="presParOf" srcId="{F16DBB84-2B82-4D65-A82B-1790E3B520DF}" destId="{ECB1B0FF-06C6-4742-A5F9-F2FC4BEE1E83}" srcOrd="0" destOrd="0" presId="urn:microsoft.com/office/officeart/2005/8/layout/hierarchy1"/>
    <dgm:cxn modelId="{7EF98DBA-4770-4297-BE76-E629AE373F97}" type="presParOf" srcId="{F16DBB84-2B82-4D65-A82B-1790E3B520DF}" destId="{62C21BA6-5606-43FA-BF77-65B74A8E4010}" srcOrd="1" destOrd="0" presId="urn:microsoft.com/office/officeart/2005/8/layout/hierarchy1"/>
    <dgm:cxn modelId="{3C2F96A2-9802-4B8A-B627-D9E4E888276D}" type="presParOf" srcId="{A979FA10-D357-41AD-8C32-2254A520FAE3}" destId="{BB181417-414A-488C-9E44-B1133AF97D8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C77CBFD-3B1D-45DF-9318-ACC8E89AE8C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382C8A9-6385-4657-9C30-61BB8367E3E0}">
      <dgm:prSet/>
      <dgm:spPr/>
      <dgm:t>
        <a:bodyPr/>
        <a:lstStyle/>
        <a:p>
          <a:r>
            <a:rPr lang="en-US"/>
            <a:t>La auditoría de seguridad es esencial para prevenir ataques informáticos.</a:t>
          </a:r>
        </a:p>
      </dgm:t>
    </dgm:pt>
    <dgm:pt modelId="{808D3A24-161C-46AE-B1CB-F46E77B3E43E}" type="parTrans" cxnId="{91CF9C36-32EA-4CB7-8234-046F6E115520}">
      <dgm:prSet/>
      <dgm:spPr/>
      <dgm:t>
        <a:bodyPr/>
        <a:lstStyle/>
        <a:p>
          <a:endParaRPr lang="en-US"/>
        </a:p>
      </dgm:t>
    </dgm:pt>
    <dgm:pt modelId="{3ECDDF6D-9860-467B-A017-01BF11179B48}" type="sibTrans" cxnId="{91CF9C36-32EA-4CB7-8234-046F6E115520}">
      <dgm:prSet/>
      <dgm:spPr/>
      <dgm:t>
        <a:bodyPr/>
        <a:lstStyle/>
        <a:p>
          <a:endParaRPr lang="en-US"/>
        </a:p>
      </dgm:t>
    </dgm:pt>
    <dgm:pt modelId="{BC793B6A-EAEE-438F-8064-2D0F6AF8EC79}">
      <dgm:prSet/>
      <dgm:spPr/>
      <dgm:t>
        <a:bodyPr/>
        <a:lstStyle/>
        <a:p>
          <a:r>
            <a:rPr lang="en-US"/>
            <a:t>Las metodologías estandarizadas garantizan la calidad de los resultados.</a:t>
          </a:r>
        </a:p>
      </dgm:t>
    </dgm:pt>
    <dgm:pt modelId="{33A0EF25-A952-4C73-A052-F158AD990023}" type="parTrans" cxnId="{60494B64-5613-4BE7-A18D-612F0427C07F}">
      <dgm:prSet/>
      <dgm:spPr/>
      <dgm:t>
        <a:bodyPr/>
        <a:lstStyle/>
        <a:p>
          <a:endParaRPr lang="en-US"/>
        </a:p>
      </dgm:t>
    </dgm:pt>
    <dgm:pt modelId="{111FA5D0-1B00-4341-AE4D-60E2397BA161}" type="sibTrans" cxnId="{60494B64-5613-4BE7-A18D-612F0427C07F}">
      <dgm:prSet/>
      <dgm:spPr/>
      <dgm:t>
        <a:bodyPr/>
        <a:lstStyle/>
        <a:p>
          <a:endParaRPr lang="en-US"/>
        </a:p>
      </dgm:t>
    </dgm:pt>
    <dgm:pt modelId="{B8CB815D-1529-4EE6-B72D-44FCCE12E5F6}">
      <dgm:prSet/>
      <dgm:spPr/>
      <dgm:t>
        <a:bodyPr/>
        <a:lstStyle/>
        <a:p>
          <a:r>
            <a:rPr lang="en-US"/>
            <a:t>Cumplir la legislación de protección de datos evita sanciones y mejora la confianza.</a:t>
          </a:r>
        </a:p>
      </dgm:t>
    </dgm:pt>
    <dgm:pt modelId="{4AE79314-C9B7-4ED6-822D-9BFC1D0DA5A3}" type="parTrans" cxnId="{DD4A05D7-A1EA-401A-9C11-A42C1519C3FC}">
      <dgm:prSet/>
      <dgm:spPr/>
      <dgm:t>
        <a:bodyPr/>
        <a:lstStyle/>
        <a:p>
          <a:endParaRPr lang="en-US"/>
        </a:p>
      </dgm:t>
    </dgm:pt>
    <dgm:pt modelId="{FD9C85BA-C62D-452C-9181-D20A71B2B20C}" type="sibTrans" cxnId="{DD4A05D7-A1EA-401A-9C11-A42C1519C3FC}">
      <dgm:prSet/>
      <dgm:spPr/>
      <dgm:t>
        <a:bodyPr/>
        <a:lstStyle/>
        <a:p>
          <a:endParaRPr lang="en-US"/>
        </a:p>
      </dgm:t>
    </dgm:pt>
    <dgm:pt modelId="{972DCE91-89B6-4A2F-B456-157B3A69AA65}">
      <dgm:prSet/>
      <dgm:spPr/>
      <dgm:t>
        <a:bodyPr/>
        <a:lstStyle/>
        <a:p>
          <a:r>
            <a:rPr lang="en-US"/>
            <a:t>Formación continua y ética profesional son pilares del hacking ético.</a:t>
          </a:r>
        </a:p>
      </dgm:t>
    </dgm:pt>
    <dgm:pt modelId="{8D5A3589-36FC-421C-B282-67A6DF387CA0}" type="parTrans" cxnId="{67763CF4-BD2C-4627-9AB0-88A2CBD2D820}">
      <dgm:prSet/>
      <dgm:spPr/>
      <dgm:t>
        <a:bodyPr/>
        <a:lstStyle/>
        <a:p>
          <a:endParaRPr lang="en-US"/>
        </a:p>
      </dgm:t>
    </dgm:pt>
    <dgm:pt modelId="{B3C1C77E-456E-4BE1-9D11-288A86A14C30}" type="sibTrans" cxnId="{67763CF4-BD2C-4627-9AB0-88A2CBD2D820}">
      <dgm:prSet/>
      <dgm:spPr/>
      <dgm:t>
        <a:bodyPr/>
        <a:lstStyle/>
        <a:p>
          <a:endParaRPr lang="en-US"/>
        </a:p>
      </dgm:t>
    </dgm:pt>
    <dgm:pt modelId="{97752228-F5BE-471D-8875-7E9660A188B0}" type="pres">
      <dgm:prSet presAssocID="{EC77CBFD-3B1D-45DF-9318-ACC8E89AE8C2}" presName="linear" presStyleCnt="0">
        <dgm:presLayoutVars>
          <dgm:animLvl val="lvl"/>
          <dgm:resizeHandles val="exact"/>
        </dgm:presLayoutVars>
      </dgm:prSet>
      <dgm:spPr/>
    </dgm:pt>
    <dgm:pt modelId="{BC52C942-FAE8-4291-9A67-3AA07397333F}" type="pres">
      <dgm:prSet presAssocID="{5382C8A9-6385-4657-9C30-61BB8367E3E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EFB07AA-BFE4-47E4-8E64-C066987C7456}" type="pres">
      <dgm:prSet presAssocID="{3ECDDF6D-9860-467B-A017-01BF11179B48}" presName="spacer" presStyleCnt="0"/>
      <dgm:spPr/>
    </dgm:pt>
    <dgm:pt modelId="{CBE7C58D-F444-41F9-9CD9-59747BAA7CC3}" type="pres">
      <dgm:prSet presAssocID="{BC793B6A-EAEE-438F-8064-2D0F6AF8EC7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E999DE9-CA65-4320-82BB-FC2AA1596B58}" type="pres">
      <dgm:prSet presAssocID="{111FA5D0-1B00-4341-AE4D-60E2397BA161}" presName="spacer" presStyleCnt="0"/>
      <dgm:spPr/>
    </dgm:pt>
    <dgm:pt modelId="{CA506F23-58D2-4472-A97C-46CBC17B887F}" type="pres">
      <dgm:prSet presAssocID="{B8CB815D-1529-4EE6-B72D-44FCCE12E5F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EBA7227-BE47-4BD0-84B1-12A514C1A087}" type="pres">
      <dgm:prSet presAssocID="{FD9C85BA-C62D-452C-9181-D20A71B2B20C}" presName="spacer" presStyleCnt="0"/>
      <dgm:spPr/>
    </dgm:pt>
    <dgm:pt modelId="{1AE8975F-659B-4663-BB24-470962BF8B8C}" type="pres">
      <dgm:prSet presAssocID="{972DCE91-89B6-4A2F-B456-157B3A69AA6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4EC5204-77E9-4603-A814-93F5B4FF93AD}" type="presOf" srcId="{972DCE91-89B6-4A2F-B456-157B3A69AA65}" destId="{1AE8975F-659B-4663-BB24-470962BF8B8C}" srcOrd="0" destOrd="0" presId="urn:microsoft.com/office/officeart/2005/8/layout/vList2"/>
    <dgm:cxn modelId="{3D4BAD31-D15D-469B-A8C8-A53177C8BEF1}" type="presOf" srcId="{BC793B6A-EAEE-438F-8064-2D0F6AF8EC79}" destId="{CBE7C58D-F444-41F9-9CD9-59747BAA7CC3}" srcOrd="0" destOrd="0" presId="urn:microsoft.com/office/officeart/2005/8/layout/vList2"/>
    <dgm:cxn modelId="{91CF9C36-32EA-4CB7-8234-046F6E115520}" srcId="{EC77CBFD-3B1D-45DF-9318-ACC8E89AE8C2}" destId="{5382C8A9-6385-4657-9C30-61BB8367E3E0}" srcOrd="0" destOrd="0" parTransId="{808D3A24-161C-46AE-B1CB-F46E77B3E43E}" sibTransId="{3ECDDF6D-9860-467B-A017-01BF11179B48}"/>
    <dgm:cxn modelId="{60494B64-5613-4BE7-A18D-612F0427C07F}" srcId="{EC77CBFD-3B1D-45DF-9318-ACC8E89AE8C2}" destId="{BC793B6A-EAEE-438F-8064-2D0F6AF8EC79}" srcOrd="1" destOrd="0" parTransId="{33A0EF25-A952-4C73-A052-F158AD990023}" sibTransId="{111FA5D0-1B00-4341-AE4D-60E2397BA161}"/>
    <dgm:cxn modelId="{A32B026C-77B3-47EB-80C2-F9D2F20C0467}" type="presOf" srcId="{5382C8A9-6385-4657-9C30-61BB8367E3E0}" destId="{BC52C942-FAE8-4291-9A67-3AA07397333F}" srcOrd="0" destOrd="0" presId="urn:microsoft.com/office/officeart/2005/8/layout/vList2"/>
    <dgm:cxn modelId="{846279C4-3BB5-4FEF-ACF7-283B46FDD1E8}" type="presOf" srcId="{EC77CBFD-3B1D-45DF-9318-ACC8E89AE8C2}" destId="{97752228-F5BE-471D-8875-7E9660A188B0}" srcOrd="0" destOrd="0" presId="urn:microsoft.com/office/officeart/2005/8/layout/vList2"/>
    <dgm:cxn modelId="{DD4A05D7-A1EA-401A-9C11-A42C1519C3FC}" srcId="{EC77CBFD-3B1D-45DF-9318-ACC8E89AE8C2}" destId="{B8CB815D-1529-4EE6-B72D-44FCCE12E5F6}" srcOrd="2" destOrd="0" parTransId="{4AE79314-C9B7-4ED6-822D-9BFC1D0DA5A3}" sibTransId="{FD9C85BA-C62D-452C-9181-D20A71B2B20C}"/>
    <dgm:cxn modelId="{80C1C0EF-A836-4BFC-8B65-5CBDD6CF5FF9}" type="presOf" srcId="{B8CB815D-1529-4EE6-B72D-44FCCE12E5F6}" destId="{CA506F23-58D2-4472-A97C-46CBC17B887F}" srcOrd="0" destOrd="0" presId="urn:microsoft.com/office/officeart/2005/8/layout/vList2"/>
    <dgm:cxn modelId="{67763CF4-BD2C-4627-9AB0-88A2CBD2D820}" srcId="{EC77CBFD-3B1D-45DF-9318-ACC8E89AE8C2}" destId="{972DCE91-89B6-4A2F-B456-157B3A69AA65}" srcOrd="3" destOrd="0" parTransId="{8D5A3589-36FC-421C-B282-67A6DF387CA0}" sibTransId="{B3C1C77E-456E-4BE1-9D11-288A86A14C30}"/>
    <dgm:cxn modelId="{7758B543-6654-42BE-8938-AEB584CEA203}" type="presParOf" srcId="{97752228-F5BE-471D-8875-7E9660A188B0}" destId="{BC52C942-FAE8-4291-9A67-3AA07397333F}" srcOrd="0" destOrd="0" presId="urn:microsoft.com/office/officeart/2005/8/layout/vList2"/>
    <dgm:cxn modelId="{C8A862F6-9056-4E38-A4EE-3E29C7997565}" type="presParOf" srcId="{97752228-F5BE-471D-8875-7E9660A188B0}" destId="{5EFB07AA-BFE4-47E4-8E64-C066987C7456}" srcOrd="1" destOrd="0" presId="urn:microsoft.com/office/officeart/2005/8/layout/vList2"/>
    <dgm:cxn modelId="{33A2D8DA-937B-4E6D-A6B7-38D35CE69908}" type="presParOf" srcId="{97752228-F5BE-471D-8875-7E9660A188B0}" destId="{CBE7C58D-F444-41F9-9CD9-59747BAA7CC3}" srcOrd="2" destOrd="0" presId="urn:microsoft.com/office/officeart/2005/8/layout/vList2"/>
    <dgm:cxn modelId="{C018AEDA-AB4F-4679-A5D7-7CED391FA25D}" type="presParOf" srcId="{97752228-F5BE-471D-8875-7E9660A188B0}" destId="{1E999DE9-CA65-4320-82BB-FC2AA1596B58}" srcOrd="3" destOrd="0" presId="urn:microsoft.com/office/officeart/2005/8/layout/vList2"/>
    <dgm:cxn modelId="{FFE2A9C1-28CA-4E80-9686-696339D71B83}" type="presParOf" srcId="{97752228-F5BE-471D-8875-7E9660A188B0}" destId="{CA506F23-58D2-4472-A97C-46CBC17B887F}" srcOrd="4" destOrd="0" presId="urn:microsoft.com/office/officeart/2005/8/layout/vList2"/>
    <dgm:cxn modelId="{2CB5B4F5-874F-4F06-A7E5-84B2211FEDF3}" type="presParOf" srcId="{97752228-F5BE-471D-8875-7E9660A188B0}" destId="{0EBA7227-BE47-4BD0-84B1-12A514C1A087}" srcOrd="5" destOrd="0" presId="urn:microsoft.com/office/officeart/2005/8/layout/vList2"/>
    <dgm:cxn modelId="{E4EB666E-1353-44A0-8D5E-85197CEBB0E2}" type="presParOf" srcId="{97752228-F5BE-471D-8875-7E9660A188B0}" destId="{1AE8975F-659B-4663-BB24-470962BF8B8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2BFC15-DF19-44A0-98EB-1FF30C02911F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03054F-5DB5-45B6-80EB-007B2704BA28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Proceso de mejora continua para proteger la información.</a:t>
          </a:r>
        </a:p>
      </dsp:txBody>
      <dsp:txXfrm>
        <a:off x="283960" y="1066136"/>
        <a:ext cx="2107770" cy="1308711"/>
      </dsp:txXfrm>
    </dsp:sp>
    <dsp:sp modelId="{FDFE4A76-F33C-4091-B6A2-ADE4C64B8877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F4B374-AF9C-4CFC-8B46-C8B34B28CE6F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Garantiza la confidencialidad, integridad y disponibilidad (triada CIA).</a:t>
          </a:r>
        </a:p>
      </dsp:txBody>
      <dsp:txXfrm>
        <a:off x="2959652" y="1066136"/>
        <a:ext cx="2107770" cy="1308711"/>
      </dsp:txXfrm>
    </dsp:sp>
    <dsp:sp modelId="{EF556900-8733-407A-AEE5-4772E2972F49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4FD850-C78C-47C8-BBBA-29A667D08B5A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 recomienda realizar una auditoría anual.</a:t>
          </a:r>
        </a:p>
      </dsp:txBody>
      <dsp:txXfrm>
        <a:off x="5635343" y="1066136"/>
        <a:ext cx="2107770" cy="13087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5939B-89C6-4A98-B623-27F23A60BD7B}">
      <dsp:nvSpPr>
        <dsp:cNvPr id="0" name=""/>
        <dsp:cNvSpPr/>
      </dsp:nvSpPr>
      <dsp:spPr>
        <a:xfrm>
          <a:off x="0" y="503819"/>
          <a:ext cx="82296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 Reconocimiento: recopilación de información pública (OSINT, Shodan, FOCA).</a:t>
          </a:r>
        </a:p>
      </dsp:txBody>
      <dsp:txXfrm>
        <a:off x="22246" y="526065"/>
        <a:ext cx="8185108" cy="411223"/>
      </dsp:txXfrm>
    </dsp:sp>
    <dsp:sp modelId="{EB0578A8-7793-4687-AA7E-A00647D775E4}">
      <dsp:nvSpPr>
        <dsp:cNvPr id="0" name=""/>
        <dsp:cNvSpPr/>
      </dsp:nvSpPr>
      <dsp:spPr>
        <a:xfrm>
          <a:off x="0" y="1014254"/>
          <a:ext cx="82296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 Escaneo: detección de equipos, puertos y servicios (Nmap, DNS enumeration).</a:t>
          </a:r>
        </a:p>
      </dsp:txBody>
      <dsp:txXfrm>
        <a:off x="22246" y="1036500"/>
        <a:ext cx="8185108" cy="411223"/>
      </dsp:txXfrm>
    </dsp:sp>
    <dsp:sp modelId="{3B8F87F4-797D-414F-8302-75056FC40ACB}">
      <dsp:nvSpPr>
        <dsp:cNvPr id="0" name=""/>
        <dsp:cNvSpPr/>
      </dsp:nvSpPr>
      <dsp:spPr>
        <a:xfrm>
          <a:off x="0" y="1524689"/>
          <a:ext cx="82296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 Análisis de vulnerabilidades: detección de debilidades (Nessus, OpenVAS).</a:t>
          </a:r>
        </a:p>
      </dsp:txBody>
      <dsp:txXfrm>
        <a:off x="22246" y="1546935"/>
        <a:ext cx="8185108" cy="411223"/>
      </dsp:txXfrm>
    </dsp:sp>
    <dsp:sp modelId="{4AB88AAE-A03B-41AC-9DD8-A5F154026C56}">
      <dsp:nvSpPr>
        <dsp:cNvPr id="0" name=""/>
        <dsp:cNvSpPr/>
      </dsp:nvSpPr>
      <dsp:spPr>
        <a:xfrm>
          <a:off x="0" y="2035124"/>
          <a:ext cx="82296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4. Explotación: uso de exploits o ingeniería social (Metasploit).</a:t>
          </a:r>
        </a:p>
      </dsp:txBody>
      <dsp:txXfrm>
        <a:off x="22246" y="2057370"/>
        <a:ext cx="8185108" cy="411223"/>
      </dsp:txXfrm>
    </dsp:sp>
    <dsp:sp modelId="{A6E69B9C-2A56-499C-9B0E-1457E25DF978}">
      <dsp:nvSpPr>
        <dsp:cNvPr id="0" name=""/>
        <dsp:cNvSpPr/>
      </dsp:nvSpPr>
      <dsp:spPr>
        <a:xfrm>
          <a:off x="0" y="2545559"/>
          <a:ext cx="82296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5. Mantenimiento: instalación de backdoors o rootkits.</a:t>
          </a:r>
        </a:p>
      </dsp:txBody>
      <dsp:txXfrm>
        <a:off x="22246" y="2567805"/>
        <a:ext cx="8185108" cy="411223"/>
      </dsp:txXfrm>
    </dsp:sp>
    <dsp:sp modelId="{F3426ADB-B8F4-477C-A13B-6455F5C32F99}">
      <dsp:nvSpPr>
        <dsp:cNvPr id="0" name=""/>
        <dsp:cNvSpPr/>
      </dsp:nvSpPr>
      <dsp:spPr>
        <a:xfrm>
          <a:off x="0" y="3055994"/>
          <a:ext cx="82296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6. Limpieza de huellas: eliminación de rastros.</a:t>
          </a:r>
        </a:p>
      </dsp:txBody>
      <dsp:txXfrm>
        <a:off x="22246" y="3078240"/>
        <a:ext cx="8185108" cy="411223"/>
      </dsp:txXfrm>
    </dsp:sp>
    <dsp:sp modelId="{32250753-CE32-48A8-B0A1-5497A5B50FF5}">
      <dsp:nvSpPr>
        <dsp:cNvPr id="0" name=""/>
        <dsp:cNvSpPr/>
      </dsp:nvSpPr>
      <dsp:spPr>
        <a:xfrm>
          <a:off x="0" y="3566429"/>
          <a:ext cx="82296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7. Documentación: informes técnicos y ejecutivos.</a:t>
          </a:r>
        </a:p>
      </dsp:txBody>
      <dsp:txXfrm>
        <a:off x="22246" y="3588675"/>
        <a:ext cx="8185108" cy="4112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7EC25B-5EA0-420D-B02A-3E96FB689FED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569E05-A9E2-4C51-8709-1CB2155B1AE4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BB1641-F1BB-4D22-8F90-123777124007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Caja Negra: sin información previa del sistema objetivo.</a:t>
          </a:r>
        </a:p>
      </dsp:txBody>
      <dsp:txXfrm>
        <a:off x="1099610" y="1878"/>
        <a:ext cx="7129989" cy="952043"/>
      </dsp:txXfrm>
    </dsp:sp>
    <dsp:sp modelId="{8419400C-4445-4D48-A880-31D37199F157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4EB78D-4E5F-4B09-A913-97AEFA0152D0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737430-C6AB-4C8C-88DB-7CD04E7E4EBD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Caja Gris: información parcial del sistema.</a:t>
          </a:r>
        </a:p>
      </dsp:txBody>
      <dsp:txXfrm>
        <a:off x="1099610" y="1191932"/>
        <a:ext cx="7129989" cy="952043"/>
      </dsp:txXfrm>
    </dsp:sp>
    <dsp:sp modelId="{396DC1AC-9156-49FE-92BC-71524AF2096D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9A4683-EF92-4C39-ACE9-51B2BB12B5A0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94BA84-26CE-438F-A0AC-F3321E353D94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Caja Blanca: acceso completo a la infraestructura.</a:t>
          </a:r>
        </a:p>
      </dsp:txBody>
      <dsp:txXfrm>
        <a:off x="1099610" y="2381986"/>
        <a:ext cx="7129989" cy="952043"/>
      </dsp:txXfrm>
    </dsp:sp>
    <dsp:sp modelId="{958A0B79-41FC-47C3-B9E1-5AFFC693EC30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B6E0D9-7E8E-4273-B543-C48F48D04F7C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B53C1-B91A-4274-AEA1-DC8599E657BE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Otras variantes: Double Bind, Reversal.</a:t>
          </a:r>
        </a:p>
      </dsp:txBody>
      <dsp:txXfrm>
        <a:off x="1099610" y="3572041"/>
        <a:ext cx="7129989" cy="9520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ECBEDD-9D78-49FA-AB73-BF2DF3C063AC}">
      <dsp:nvSpPr>
        <dsp:cNvPr id="0" name=""/>
        <dsp:cNvSpPr/>
      </dsp:nvSpPr>
      <dsp:spPr>
        <a:xfrm>
          <a:off x="4491344" y="11347"/>
          <a:ext cx="889564" cy="889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OSSTMM: metodología general de ISECOM.</a:t>
          </a:r>
        </a:p>
      </dsp:txBody>
      <dsp:txXfrm>
        <a:off x="4491344" y="11347"/>
        <a:ext cx="889564" cy="889564"/>
      </dsp:txXfrm>
    </dsp:sp>
    <dsp:sp modelId="{CFAFFADD-68C5-4445-80E4-935DB81FB875}">
      <dsp:nvSpPr>
        <dsp:cNvPr id="0" name=""/>
        <dsp:cNvSpPr/>
      </dsp:nvSpPr>
      <dsp:spPr>
        <a:xfrm>
          <a:off x="1769876" y="2195"/>
          <a:ext cx="4346947" cy="4346947"/>
        </a:xfrm>
        <a:prstGeom prst="circularArrow">
          <a:avLst>
            <a:gd name="adj1" fmla="val 3991"/>
            <a:gd name="adj2" fmla="val 250334"/>
            <a:gd name="adj3" fmla="val 20572989"/>
            <a:gd name="adj4" fmla="val 18983189"/>
            <a:gd name="adj5" fmla="val 4656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36A65E-BC8C-4FE9-B776-2967C46DF436}">
      <dsp:nvSpPr>
        <dsp:cNvPr id="0" name=""/>
        <dsp:cNvSpPr/>
      </dsp:nvSpPr>
      <dsp:spPr>
        <a:xfrm>
          <a:off x="5484121" y="1730886"/>
          <a:ext cx="889564" cy="889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ISSAF: combina estándares ISO, COBIT y COSO.</a:t>
          </a:r>
        </a:p>
      </dsp:txBody>
      <dsp:txXfrm>
        <a:off x="5484121" y="1730886"/>
        <a:ext cx="889564" cy="889564"/>
      </dsp:txXfrm>
    </dsp:sp>
    <dsp:sp modelId="{DD59B062-1DC6-4DB5-8C29-DD4AF5F305E6}">
      <dsp:nvSpPr>
        <dsp:cNvPr id="0" name=""/>
        <dsp:cNvSpPr/>
      </dsp:nvSpPr>
      <dsp:spPr>
        <a:xfrm>
          <a:off x="1769876" y="2195"/>
          <a:ext cx="4346947" cy="4346947"/>
        </a:xfrm>
        <a:prstGeom prst="circularArrow">
          <a:avLst>
            <a:gd name="adj1" fmla="val 3991"/>
            <a:gd name="adj2" fmla="val 250334"/>
            <a:gd name="adj3" fmla="val 2366477"/>
            <a:gd name="adj4" fmla="val 776677"/>
            <a:gd name="adj5" fmla="val 4656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E675C9F-20A4-4EEE-9AB0-9D240721C929}">
      <dsp:nvSpPr>
        <dsp:cNvPr id="0" name=""/>
        <dsp:cNvSpPr/>
      </dsp:nvSpPr>
      <dsp:spPr>
        <a:xfrm>
          <a:off x="4491344" y="3450426"/>
          <a:ext cx="889564" cy="889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OWASP: enfoque en aplicaciones web (OWASP Top Ten).</a:t>
          </a:r>
        </a:p>
      </dsp:txBody>
      <dsp:txXfrm>
        <a:off x="4491344" y="3450426"/>
        <a:ext cx="889564" cy="889564"/>
      </dsp:txXfrm>
    </dsp:sp>
    <dsp:sp modelId="{DD7644A3-B506-4518-976B-CB7CD3A69B8C}">
      <dsp:nvSpPr>
        <dsp:cNvPr id="0" name=""/>
        <dsp:cNvSpPr/>
      </dsp:nvSpPr>
      <dsp:spPr>
        <a:xfrm>
          <a:off x="1769876" y="2195"/>
          <a:ext cx="4346947" cy="4346947"/>
        </a:xfrm>
        <a:prstGeom prst="circularArrow">
          <a:avLst>
            <a:gd name="adj1" fmla="val 3991"/>
            <a:gd name="adj2" fmla="val 250334"/>
            <a:gd name="adj3" fmla="val 6110931"/>
            <a:gd name="adj4" fmla="val 4438736"/>
            <a:gd name="adj5" fmla="val 4656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EB51C6D-33C8-465E-B037-DFF496BB4187}">
      <dsp:nvSpPr>
        <dsp:cNvPr id="0" name=""/>
        <dsp:cNvSpPr/>
      </dsp:nvSpPr>
      <dsp:spPr>
        <a:xfrm>
          <a:off x="2505791" y="3450426"/>
          <a:ext cx="889564" cy="889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PTES: estándar técnico de ejecución de pentesting.</a:t>
          </a:r>
        </a:p>
      </dsp:txBody>
      <dsp:txXfrm>
        <a:off x="2505791" y="3450426"/>
        <a:ext cx="889564" cy="889564"/>
      </dsp:txXfrm>
    </dsp:sp>
    <dsp:sp modelId="{F9E2711B-0A4E-460B-A548-A29FD33A6C69}">
      <dsp:nvSpPr>
        <dsp:cNvPr id="0" name=""/>
        <dsp:cNvSpPr/>
      </dsp:nvSpPr>
      <dsp:spPr>
        <a:xfrm>
          <a:off x="1769876" y="2195"/>
          <a:ext cx="4346947" cy="4346947"/>
        </a:xfrm>
        <a:prstGeom prst="circularArrow">
          <a:avLst>
            <a:gd name="adj1" fmla="val 3991"/>
            <a:gd name="adj2" fmla="val 250334"/>
            <a:gd name="adj3" fmla="val 9772989"/>
            <a:gd name="adj4" fmla="val 8183189"/>
            <a:gd name="adj5" fmla="val 4656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96A066D-1F3F-43E4-B136-36FB04F7D0F3}">
      <dsp:nvSpPr>
        <dsp:cNvPr id="0" name=""/>
        <dsp:cNvSpPr/>
      </dsp:nvSpPr>
      <dsp:spPr>
        <a:xfrm>
          <a:off x="1513014" y="1730886"/>
          <a:ext cx="889564" cy="889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Offensive Security / OSCP: enfoque práctico de seguridad ofensiva.</a:t>
          </a:r>
        </a:p>
      </dsp:txBody>
      <dsp:txXfrm>
        <a:off x="1513014" y="1730886"/>
        <a:ext cx="889564" cy="889564"/>
      </dsp:txXfrm>
    </dsp:sp>
    <dsp:sp modelId="{A7B7D749-006A-4462-AEF2-AD8F408F1779}">
      <dsp:nvSpPr>
        <dsp:cNvPr id="0" name=""/>
        <dsp:cNvSpPr/>
      </dsp:nvSpPr>
      <dsp:spPr>
        <a:xfrm>
          <a:off x="1769876" y="2195"/>
          <a:ext cx="4346947" cy="4346947"/>
        </a:xfrm>
        <a:prstGeom prst="circularArrow">
          <a:avLst>
            <a:gd name="adj1" fmla="val 3991"/>
            <a:gd name="adj2" fmla="val 250334"/>
            <a:gd name="adj3" fmla="val 13166477"/>
            <a:gd name="adj4" fmla="val 11576677"/>
            <a:gd name="adj5" fmla="val 4656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9F11BFD-E8B6-40DB-B31F-F92AF497F9AF}">
      <dsp:nvSpPr>
        <dsp:cNvPr id="0" name=""/>
        <dsp:cNvSpPr/>
      </dsp:nvSpPr>
      <dsp:spPr>
        <a:xfrm>
          <a:off x="2505791" y="11347"/>
          <a:ext cx="889564" cy="889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OWISAM: auditorías en redes inalámbricas.</a:t>
          </a:r>
        </a:p>
      </dsp:txBody>
      <dsp:txXfrm>
        <a:off x="2505791" y="11347"/>
        <a:ext cx="889564" cy="889564"/>
      </dsp:txXfrm>
    </dsp:sp>
    <dsp:sp modelId="{AB8A2771-C336-4779-B869-A4A4ED9F330E}">
      <dsp:nvSpPr>
        <dsp:cNvPr id="0" name=""/>
        <dsp:cNvSpPr/>
      </dsp:nvSpPr>
      <dsp:spPr>
        <a:xfrm>
          <a:off x="1769876" y="2195"/>
          <a:ext cx="4346947" cy="4346947"/>
        </a:xfrm>
        <a:prstGeom prst="circularArrow">
          <a:avLst>
            <a:gd name="adj1" fmla="val 3991"/>
            <a:gd name="adj2" fmla="val 250334"/>
            <a:gd name="adj3" fmla="val 16910931"/>
            <a:gd name="adj4" fmla="val 15238736"/>
            <a:gd name="adj5" fmla="val 4656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8611EB-85E0-4D28-9081-9456913AB8D9}">
      <dsp:nvSpPr>
        <dsp:cNvPr id="0" name=""/>
        <dsp:cNvSpPr/>
      </dsp:nvSpPr>
      <dsp:spPr>
        <a:xfrm>
          <a:off x="1851818" y="0"/>
          <a:ext cx="4525963" cy="4525963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45733C-B350-426D-8CA1-7A5CB9232EBA}">
      <dsp:nvSpPr>
        <dsp:cNvPr id="0" name=""/>
        <dsp:cNvSpPr/>
      </dsp:nvSpPr>
      <dsp:spPr>
        <a:xfrm>
          <a:off x="2281784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ISO 27000: conjunto de normas de gestión de seguridad (SGSI).</a:t>
          </a:r>
        </a:p>
      </dsp:txBody>
      <dsp:txXfrm>
        <a:off x="2367950" y="516132"/>
        <a:ext cx="1592793" cy="1592793"/>
      </dsp:txXfrm>
    </dsp:sp>
    <dsp:sp modelId="{CACD3C02-98C9-46CE-910D-F3EE9054EA98}">
      <dsp:nvSpPr>
        <dsp:cNvPr id="0" name=""/>
        <dsp:cNvSpPr/>
      </dsp:nvSpPr>
      <dsp:spPr>
        <a:xfrm>
          <a:off x="4182689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ISO 27001, 27002 y 27005: gestión de riesgos y buenas prácticas.</a:t>
          </a:r>
        </a:p>
      </dsp:txBody>
      <dsp:txXfrm>
        <a:off x="4268855" y="516132"/>
        <a:ext cx="1592793" cy="1592793"/>
      </dsp:txXfrm>
    </dsp:sp>
    <dsp:sp modelId="{E010D080-F1F2-4D8F-824C-AD6FE2F6721A}">
      <dsp:nvSpPr>
        <dsp:cNvPr id="0" name=""/>
        <dsp:cNvSpPr/>
      </dsp:nvSpPr>
      <dsp:spPr>
        <a:xfrm>
          <a:off x="2281784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Normas europeas: RGPD, LOPDGDD, Ley de Seguridad Nacional.</a:t>
          </a:r>
        </a:p>
      </dsp:txBody>
      <dsp:txXfrm>
        <a:off x="2367950" y="2417036"/>
        <a:ext cx="1592793" cy="1592793"/>
      </dsp:txXfrm>
    </dsp:sp>
    <dsp:sp modelId="{08E8068C-A2A2-49E1-AF09-6034410EF20A}">
      <dsp:nvSpPr>
        <dsp:cNvPr id="0" name=""/>
        <dsp:cNvSpPr/>
      </dsp:nvSpPr>
      <dsp:spPr>
        <a:xfrm>
          <a:off x="4182689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Leyes internacionales: HIPAA, PCI-DSS, GLBA, SOX, FERPA.</a:t>
          </a:r>
        </a:p>
      </dsp:txBody>
      <dsp:txXfrm>
        <a:off x="4268855" y="2417036"/>
        <a:ext cx="1592793" cy="159279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D983A6-85B8-4047-B859-998BA316C28E}">
      <dsp:nvSpPr>
        <dsp:cNvPr id="0" name=""/>
        <dsp:cNvSpPr/>
      </dsp:nvSpPr>
      <dsp:spPr>
        <a:xfrm>
          <a:off x="3076054" y="946"/>
          <a:ext cx="2077491" cy="1350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Derechos ARCO-POL: Acceso, Rectificación, Cancelación, Oposición, Portabilidad, Olvido, Limitación.</a:t>
          </a:r>
        </a:p>
      </dsp:txBody>
      <dsp:txXfrm>
        <a:off x="3141974" y="66866"/>
        <a:ext cx="1945651" cy="1218529"/>
      </dsp:txXfrm>
    </dsp:sp>
    <dsp:sp modelId="{1F0208A9-F543-4980-9C1E-00CAE68E6D5C}">
      <dsp:nvSpPr>
        <dsp:cNvPr id="0" name=""/>
        <dsp:cNvSpPr/>
      </dsp:nvSpPr>
      <dsp:spPr>
        <a:xfrm>
          <a:off x="2315006" y="676131"/>
          <a:ext cx="3599586" cy="3599586"/>
        </a:xfrm>
        <a:custGeom>
          <a:avLst/>
          <a:gdLst/>
          <a:ahLst/>
          <a:cxnLst/>
          <a:rect l="0" t="0" r="0" b="0"/>
          <a:pathLst>
            <a:path>
              <a:moveTo>
                <a:pt x="3116948" y="573270"/>
              </a:moveTo>
              <a:arcTo wR="1799793" hR="1799793" stAng="19022437" swAng="2300476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6B2433-FE9F-4F32-B9C8-24134EE65AB7}">
      <dsp:nvSpPr>
        <dsp:cNvPr id="0" name=""/>
        <dsp:cNvSpPr/>
      </dsp:nvSpPr>
      <dsp:spPr>
        <a:xfrm>
          <a:off x="4634720" y="2700636"/>
          <a:ext cx="2077491" cy="1350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Tres niveles de seguridad: Básico, Medio y Alto.</a:t>
          </a:r>
        </a:p>
      </dsp:txBody>
      <dsp:txXfrm>
        <a:off x="4700640" y="2766556"/>
        <a:ext cx="1945651" cy="1218529"/>
      </dsp:txXfrm>
    </dsp:sp>
    <dsp:sp modelId="{44822743-78FE-465F-8D6C-F5FFD953A233}">
      <dsp:nvSpPr>
        <dsp:cNvPr id="0" name=""/>
        <dsp:cNvSpPr/>
      </dsp:nvSpPr>
      <dsp:spPr>
        <a:xfrm>
          <a:off x="2315006" y="676131"/>
          <a:ext cx="3599586" cy="3599586"/>
        </a:xfrm>
        <a:custGeom>
          <a:avLst/>
          <a:gdLst/>
          <a:ahLst/>
          <a:cxnLst/>
          <a:rect l="0" t="0" r="0" b="0"/>
          <a:pathLst>
            <a:path>
              <a:moveTo>
                <a:pt x="2351432" y="3512962"/>
              </a:moveTo>
              <a:arcTo wR="1799793" hR="1799793" stAng="4329089" swAng="2141823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21D307-FFA1-4A75-9CD9-98BAEAC0EDAA}">
      <dsp:nvSpPr>
        <dsp:cNvPr id="0" name=""/>
        <dsp:cNvSpPr/>
      </dsp:nvSpPr>
      <dsp:spPr>
        <a:xfrm>
          <a:off x="1517387" y="2700636"/>
          <a:ext cx="2077491" cy="1350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Sanciones: leves (900–40,000€), graves (40,001–300,000€), muy graves (300,001–600,000€).</a:t>
          </a:r>
        </a:p>
      </dsp:txBody>
      <dsp:txXfrm>
        <a:off x="1583307" y="2766556"/>
        <a:ext cx="1945651" cy="1218529"/>
      </dsp:txXfrm>
    </dsp:sp>
    <dsp:sp modelId="{1300D476-DECD-4176-AAA7-74D3055828BD}">
      <dsp:nvSpPr>
        <dsp:cNvPr id="0" name=""/>
        <dsp:cNvSpPr/>
      </dsp:nvSpPr>
      <dsp:spPr>
        <a:xfrm>
          <a:off x="2315006" y="676131"/>
          <a:ext cx="3599586" cy="3599586"/>
        </a:xfrm>
        <a:custGeom>
          <a:avLst/>
          <a:gdLst/>
          <a:ahLst/>
          <a:cxnLst/>
          <a:rect l="0" t="0" r="0" b="0"/>
          <a:pathLst>
            <a:path>
              <a:moveTo>
                <a:pt x="5843" y="1654884"/>
              </a:moveTo>
              <a:arcTo wR="1799793" hR="1799793" stAng="11077087" swAng="2300476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B3810B-1F52-4A99-AA4E-49311C5466DD}">
      <dsp:nvSpPr>
        <dsp:cNvPr id="0" name=""/>
        <dsp:cNvSpPr/>
      </dsp:nvSpPr>
      <dsp:spPr>
        <a:xfrm>
          <a:off x="0" y="1183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Obligatorias para ficheros de datos de nivel medio o alto.</a:t>
          </a:r>
        </a:p>
      </dsp:txBody>
      <dsp:txXfrm>
        <a:off x="52359" y="53542"/>
        <a:ext cx="8124882" cy="967861"/>
      </dsp:txXfrm>
    </dsp:sp>
    <dsp:sp modelId="{3778E908-0FD3-4E7E-A48A-D383E126FB16}">
      <dsp:nvSpPr>
        <dsp:cNvPr id="0" name=""/>
        <dsp:cNvSpPr/>
      </dsp:nvSpPr>
      <dsp:spPr>
        <a:xfrm>
          <a:off x="0" y="1151522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Basadas en el RD 1720/2007.</a:t>
          </a:r>
        </a:p>
      </dsp:txBody>
      <dsp:txXfrm>
        <a:off x="52359" y="1203881"/>
        <a:ext cx="8124882" cy="967861"/>
      </dsp:txXfrm>
    </dsp:sp>
    <dsp:sp modelId="{E7154BD6-F012-43EA-A245-4B07C8C3B9A9}">
      <dsp:nvSpPr>
        <dsp:cNvPr id="0" name=""/>
        <dsp:cNvSpPr/>
      </dsp:nvSpPr>
      <dsp:spPr>
        <a:xfrm>
          <a:off x="0" y="2301861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Verifican el cumplimiento de la LOPD y las medidas técnicas implementadas.</a:t>
          </a:r>
        </a:p>
      </dsp:txBody>
      <dsp:txXfrm>
        <a:off x="52359" y="2354220"/>
        <a:ext cx="8124882" cy="967861"/>
      </dsp:txXfrm>
    </dsp:sp>
    <dsp:sp modelId="{62D1D7EC-26DC-4C36-BE1C-0A1E40A3AEBE}">
      <dsp:nvSpPr>
        <dsp:cNvPr id="0" name=""/>
        <dsp:cNvSpPr/>
      </dsp:nvSpPr>
      <dsp:spPr>
        <a:xfrm>
          <a:off x="0" y="3452200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Recomendable realizarlas con auditores externos.</a:t>
          </a:r>
        </a:p>
      </dsp:txBody>
      <dsp:txXfrm>
        <a:off x="52359" y="3504559"/>
        <a:ext cx="8124882" cy="96786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FA1632-95D4-4BAA-8195-C972624F9150}">
      <dsp:nvSpPr>
        <dsp:cNvPr id="0" name=""/>
        <dsp:cNvSpPr/>
      </dsp:nvSpPr>
      <dsp:spPr>
        <a:xfrm>
          <a:off x="0" y="1021767"/>
          <a:ext cx="2282428" cy="14493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33597C-BC97-41C9-B3F8-A3ED571B305F}">
      <dsp:nvSpPr>
        <dsp:cNvPr id="0" name=""/>
        <dsp:cNvSpPr/>
      </dsp:nvSpPr>
      <dsp:spPr>
        <a:xfrm>
          <a:off x="253603" y="1262690"/>
          <a:ext cx="2282428" cy="144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Autoridad española independiente para garantizar la privacidad.</a:t>
          </a:r>
        </a:p>
      </dsp:txBody>
      <dsp:txXfrm>
        <a:off x="296053" y="1305140"/>
        <a:ext cx="2197528" cy="1364441"/>
      </dsp:txXfrm>
    </dsp:sp>
    <dsp:sp modelId="{09C081FF-12E2-4B38-BF55-CDC4A4453067}">
      <dsp:nvSpPr>
        <dsp:cNvPr id="0" name=""/>
        <dsp:cNvSpPr/>
      </dsp:nvSpPr>
      <dsp:spPr>
        <a:xfrm>
          <a:off x="2789634" y="1021767"/>
          <a:ext cx="2282428" cy="14493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EBAD9B-9B1D-4491-BE2D-FE1378D67619}">
      <dsp:nvSpPr>
        <dsp:cNvPr id="0" name=""/>
        <dsp:cNvSpPr/>
      </dsp:nvSpPr>
      <dsp:spPr>
        <a:xfrm>
          <a:off x="3043237" y="1262690"/>
          <a:ext cx="2282428" cy="144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Proporciona herramientas como Facilita_RGPD y guías técnicas.</a:t>
          </a:r>
        </a:p>
      </dsp:txBody>
      <dsp:txXfrm>
        <a:off x="3085687" y="1305140"/>
        <a:ext cx="2197528" cy="1364441"/>
      </dsp:txXfrm>
    </dsp:sp>
    <dsp:sp modelId="{ECB1B0FF-06C6-4742-A5F9-F2FC4BEE1E83}">
      <dsp:nvSpPr>
        <dsp:cNvPr id="0" name=""/>
        <dsp:cNvSpPr/>
      </dsp:nvSpPr>
      <dsp:spPr>
        <a:xfrm>
          <a:off x="5579268" y="1021767"/>
          <a:ext cx="2282428" cy="14493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C21BA6-5606-43FA-BF77-65B74A8E4010}">
      <dsp:nvSpPr>
        <dsp:cNvPr id="0" name=""/>
        <dsp:cNvSpPr/>
      </dsp:nvSpPr>
      <dsp:spPr>
        <a:xfrm>
          <a:off x="5832871" y="1262690"/>
          <a:ext cx="2282428" cy="144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Actúa de forma autónoma frente a las Administraciones Públicas.</a:t>
          </a:r>
        </a:p>
      </dsp:txBody>
      <dsp:txXfrm>
        <a:off x="5875321" y="1305140"/>
        <a:ext cx="2197528" cy="136444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52C942-FAE8-4291-9A67-3AA07397333F}">
      <dsp:nvSpPr>
        <dsp:cNvPr id="0" name=""/>
        <dsp:cNvSpPr/>
      </dsp:nvSpPr>
      <dsp:spPr>
        <a:xfrm>
          <a:off x="0" y="8210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La auditoría de seguridad es esencial para prevenir ataques informáticos.</a:t>
          </a:r>
        </a:p>
      </dsp:txBody>
      <dsp:txXfrm>
        <a:off x="50489" y="132590"/>
        <a:ext cx="8128622" cy="933302"/>
      </dsp:txXfrm>
    </dsp:sp>
    <dsp:sp modelId="{CBE7C58D-F444-41F9-9CD9-59747BAA7CC3}">
      <dsp:nvSpPr>
        <dsp:cNvPr id="0" name=""/>
        <dsp:cNvSpPr/>
      </dsp:nvSpPr>
      <dsp:spPr>
        <a:xfrm>
          <a:off x="0" y="119126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Las metodologías estandarizadas garantizan la calidad de los resultados.</a:t>
          </a:r>
        </a:p>
      </dsp:txBody>
      <dsp:txXfrm>
        <a:off x="50489" y="1241750"/>
        <a:ext cx="8128622" cy="933302"/>
      </dsp:txXfrm>
    </dsp:sp>
    <dsp:sp modelId="{CA506F23-58D2-4472-A97C-46CBC17B887F}">
      <dsp:nvSpPr>
        <dsp:cNvPr id="0" name=""/>
        <dsp:cNvSpPr/>
      </dsp:nvSpPr>
      <dsp:spPr>
        <a:xfrm>
          <a:off x="0" y="230042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Cumplir la legislación de protección de datos evita sanciones y mejora la confianza.</a:t>
          </a:r>
        </a:p>
      </dsp:txBody>
      <dsp:txXfrm>
        <a:off x="50489" y="2350910"/>
        <a:ext cx="8128622" cy="933302"/>
      </dsp:txXfrm>
    </dsp:sp>
    <dsp:sp modelId="{1AE8975F-659B-4663-BB24-470962BF8B8C}">
      <dsp:nvSpPr>
        <dsp:cNvPr id="0" name=""/>
        <dsp:cNvSpPr/>
      </dsp:nvSpPr>
      <dsp:spPr>
        <a:xfrm>
          <a:off x="0" y="340958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Formación continua y ética profesional son pilares del hacking ético.</a:t>
          </a:r>
        </a:p>
      </dsp:txBody>
      <dsp:txXfrm>
        <a:off x="50489" y="3460070"/>
        <a:ext cx="8128622" cy="933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D8C0A-2CAE-4AEB-B316-827429FE2A0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30AB3A-BCCA-4FAD-B078-E2BE0D9A2D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97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Resumen:</a:t>
            </a:r>
            <a:br>
              <a:rPr lang="es-ES" dirty="0"/>
            </a:br>
            <a:r>
              <a:rPr lang="es-ES" dirty="0"/>
              <a:t>El hacking ético es una práctica controlada que replica los ataques de un ciberdelincuente para detectar vulnerabilidades antes de que sean explotadas.</a:t>
            </a:r>
            <a:br>
              <a:rPr lang="es-ES" dirty="0"/>
            </a:br>
            <a:r>
              <a:rPr lang="es-ES" dirty="0"/>
              <a:t>Las fases clave son:</a:t>
            </a:r>
          </a:p>
          <a:p>
            <a:r>
              <a:rPr lang="es-ES" b="1" dirty="0"/>
              <a:t>Reconocimiento:</a:t>
            </a:r>
            <a:r>
              <a:rPr lang="es-ES" dirty="0"/>
              <a:t> recopilación de información pública (OSINT).</a:t>
            </a:r>
          </a:p>
          <a:p>
            <a:r>
              <a:rPr lang="es-ES" b="1" dirty="0"/>
              <a:t>Escaneo:</a:t>
            </a:r>
            <a:r>
              <a:rPr lang="es-ES" dirty="0"/>
              <a:t> identificación de equipos, puertos y servicios.</a:t>
            </a:r>
          </a:p>
          <a:p>
            <a:r>
              <a:rPr lang="es-ES" b="1" dirty="0"/>
              <a:t>Análisis de vulnerabilidades:</a:t>
            </a:r>
            <a:r>
              <a:rPr lang="es-ES" dirty="0"/>
              <a:t> detección de debilidades con herramientas automáticas.</a:t>
            </a:r>
          </a:p>
          <a:p>
            <a:r>
              <a:rPr lang="es-ES" b="1" dirty="0"/>
              <a:t>Explotación:</a:t>
            </a:r>
            <a:r>
              <a:rPr lang="es-ES" dirty="0"/>
              <a:t> ejecución de ataques simulados.</a:t>
            </a:r>
          </a:p>
          <a:p>
            <a:r>
              <a:rPr lang="es-ES" b="1" dirty="0"/>
              <a:t>Mantenimiento:</a:t>
            </a:r>
            <a:r>
              <a:rPr lang="es-ES" dirty="0"/>
              <a:t> asegurar acceso persistente (</a:t>
            </a:r>
            <a:r>
              <a:rPr lang="es-ES" dirty="0" err="1"/>
              <a:t>backdoors</a:t>
            </a:r>
            <a:r>
              <a:rPr lang="es-ES" dirty="0"/>
              <a:t>, </a:t>
            </a:r>
            <a:r>
              <a:rPr lang="es-ES" dirty="0" err="1"/>
              <a:t>pivoting</a:t>
            </a:r>
            <a:r>
              <a:rPr lang="es-ES" dirty="0"/>
              <a:t>).</a:t>
            </a:r>
          </a:p>
          <a:p>
            <a:r>
              <a:rPr lang="es-ES" b="1" dirty="0"/>
              <a:t>Limpieza:</a:t>
            </a:r>
            <a:r>
              <a:rPr lang="es-ES" dirty="0"/>
              <a:t> eliminar rastros.</a:t>
            </a:r>
          </a:p>
          <a:p>
            <a:r>
              <a:rPr lang="es-ES" b="1" dirty="0"/>
              <a:t>Documentación:</a:t>
            </a:r>
            <a:r>
              <a:rPr lang="es-ES" dirty="0"/>
              <a:t> informes técnicos y ejecutivos.</a:t>
            </a:r>
            <a:br>
              <a:rPr lang="es-ES" dirty="0"/>
            </a:br>
            <a:r>
              <a:rPr lang="es-ES" dirty="0"/>
              <a:t>Cada fase debe seguir protocolos éticos y legales.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0AB3A-BCCA-4FAD-B078-E2BE0D9A2DD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764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Resumen:</a:t>
            </a:r>
            <a:br>
              <a:rPr lang="es-ES" dirty="0"/>
            </a:br>
            <a:r>
              <a:rPr lang="es-ES" dirty="0"/>
              <a:t>Los tipos de auditoría se definen por el </a:t>
            </a:r>
            <a:r>
              <a:rPr lang="es-ES" b="1" dirty="0"/>
              <a:t>nivel de conocimiento</a:t>
            </a:r>
            <a:r>
              <a:rPr lang="es-ES" dirty="0"/>
              <a:t> que el auditor posee sobre el sistema:</a:t>
            </a:r>
          </a:p>
          <a:p>
            <a:r>
              <a:rPr lang="es-ES" b="1" dirty="0"/>
              <a:t>Caja Negra:</a:t>
            </a:r>
            <a:r>
              <a:rPr lang="es-ES" dirty="0"/>
              <a:t> sin información previa; simula un ataque real.</a:t>
            </a:r>
          </a:p>
          <a:p>
            <a:r>
              <a:rPr lang="es-ES" b="1" dirty="0"/>
              <a:t>Caja Gris:</a:t>
            </a:r>
            <a:r>
              <a:rPr lang="es-ES" dirty="0"/>
              <a:t> conocimiento parcial (por ejemplo, una IP o usuario).</a:t>
            </a:r>
          </a:p>
          <a:p>
            <a:r>
              <a:rPr lang="es-ES" b="1" dirty="0"/>
              <a:t>Caja Blanca:</a:t>
            </a:r>
            <a:r>
              <a:rPr lang="es-ES" dirty="0"/>
              <a:t> acceso completo a información, infraestructura y credenciales.</a:t>
            </a:r>
            <a:br>
              <a:rPr lang="es-ES" dirty="0"/>
            </a:br>
            <a:r>
              <a:rPr lang="es-ES" dirty="0"/>
              <a:t>También existen variantes como </a:t>
            </a:r>
            <a:r>
              <a:rPr lang="es-ES" b="1" dirty="0" err="1"/>
              <a:t>Double</a:t>
            </a:r>
            <a:r>
              <a:rPr lang="es-ES" b="1" dirty="0"/>
              <a:t> </a:t>
            </a:r>
            <a:r>
              <a:rPr lang="es-ES" b="1" dirty="0" err="1"/>
              <a:t>Bind</a:t>
            </a:r>
            <a:r>
              <a:rPr lang="es-ES" dirty="0"/>
              <a:t> (cliente y auditor desconocen detalles del test) y </a:t>
            </a:r>
            <a:r>
              <a:rPr lang="es-ES" b="1" dirty="0" err="1"/>
              <a:t>Reversal</a:t>
            </a:r>
            <a:r>
              <a:rPr lang="es-ES" dirty="0"/>
              <a:t>, donde sólo el auditor conoce los detalles.</a:t>
            </a:r>
            <a:br>
              <a:rPr lang="es-ES" dirty="0"/>
            </a:br>
            <a:r>
              <a:rPr lang="es-ES" dirty="0"/>
              <a:t>Cada tipo tiene distinta duración, costo y alcance.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0AB3A-BCCA-4FAD-B078-E2BE0D9A2D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72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Diapositiva 4 – Metodologías de Auditoría</a:t>
            </a:r>
          </a:p>
          <a:p>
            <a:r>
              <a:rPr lang="es-ES" b="1" dirty="0"/>
              <a:t>Resumen:</a:t>
            </a:r>
            <a:br>
              <a:rPr lang="es-ES" dirty="0"/>
            </a:br>
            <a:r>
              <a:rPr lang="es-ES" dirty="0"/>
              <a:t>Las metodologías estandarizan el proceso de auditoría y aseguran resultados comparables:</a:t>
            </a:r>
          </a:p>
          <a:p>
            <a:r>
              <a:rPr lang="es-ES" b="1" dirty="0"/>
              <a:t>OSSTMM:</a:t>
            </a:r>
            <a:r>
              <a:rPr lang="es-ES" dirty="0"/>
              <a:t> guía abierta para auditorías generales (ISECOM).</a:t>
            </a:r>
          </a:p>
          <a:p>
            <a:r>
              <a:rPr lang="es-ES" b="1" dirty="0"/>
              <a:t>ISSAF:</a:t>
            </a:r>
            <a:r>
              <a:rPr lang="es-ES" dirty="0"/>
              <a:t> integra estándares como ISO 27000 y COBIT.</a:t>
            </a:r>
          </a:p>
          <a:p>
            <a:r>
              <a:rPr lang="es-ES" b="1" dirty="0"/>
              <a:t>OWASP:</a:t>
            </a:r>
            <a:r>
              <a:rPr lang="es-ES" dirty="0"/>
              <a:t> centrada en vulnerabilidades de aplicaciones web.</a:t>
            </a:r>
          </a:p>
          <a:p>
            <a:r>
              <a:rPr lang="es-ES" b="1" dirty="0"/>
              <a:t>PTES:</a:t>
            </a:r>
            <a:r>
              <a:rPr lang="es-ES" dirty="0"/>
              <a:t> define pasos técnicos para </a:t>
            </a:r>
            <a:r>
              <a:rPr lang="es-ES" dirty="0" err="1"/>
              <a:t>pentesting</a:t>
            </a:r>
            <a:r>
              <a:rPr lang="es-ES" dirty="0"/>
              <a:t> profesional.</a:t>
            </a:r>
          </a:p>
          <a:p>
            <a:r>
              <a:rPr lang="es-ES" b="1" dirty="0" err="1"/>
              <a:t>Offensive</a:t>
            </a:r>
            <a:r>
              <a:rPr lang="es-ES" b="1" dirty="0"/>
              <a:t> Security (OSCP):</a:t>
            </a:r>
            <a:r>
              <a:rPr lang="es-ES" dirty="0"/>
              <a:t> enfoque práctico y ofensivo.</a:t>
            </a:r>
          </a:p>
          <a:p>
            <a:r>
              <a:rPr lang="es-ES" b="1" dirty="0"/>
              <a:t>OWISAM:</a:t>
            </a:r>
            <a:r>
              <a:rPr lang="es-ES" dirty="0"/>
              <a:t> especializada en seguridad </a:t>
            </a:r>
            <a:r>
              <a:rPr lang="es-ES" dirty="0" err="1"/>
              <a:t>Wi</a:t>
            </a:r>
            <a:r>
              <a:rPr lang="es-ES" dirty="0"/>
              <a:t>-Fi.</a:t>
            </a:r>
            <a:br>
              <a:rPr lang="es-ES" dirty="0"/>
            </a:br>
            <a:r>
              <a:rPr lang="es-ES" dirty="0"/>
              <a:t>Aplicar una metodología garantiza trazabilidad y consistencia en los resultados.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0AB3A-BCCA-4FAD-B078-E2BE0D9A2D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5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Resumen:</a:t>
            </a:r>
            <a:br>
              <a:rPr lang="es-ES" dirty="0"/>
            </a:br>
            <a:r>
              <a:rPr lang="es-ES" dirty="0"/>
              <a:t>El cumplimiento normativo es esencial para la seguridad organizacional.</a:t>
            </a:r>
            <a:br>
              <a:rPr lang="es-ES" dirty="0"/>
            </a:br>
            <a:r>
              <a:rPr lang="es-ES" dirty="0"/>
              <a:t>Las </a:t>
            </a:r>
            <a:r>
              <a:rPr lang="es-ES" b="1" dirty="0"/>
              <a:t>normas ISO 27000</a:t>
            </a:r>
            <a:r>
              <a:rPr lang="es-ES" dirty="0"/>
              <a:t> establecen buenas prácticas para implementar un </a:t>
            </a:r>
            <a:r>
              <a:rPr lang="es-ES" b="1" dirty="0"/>
              <a:t>Sistema de Gestión de Seguridad de la Información (SGSI)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A nivel legal destacan:</a:t>
            </a:r>
          </a:p>
          <a:p>
            <a:r>
              <a:rPr lang="es-ES" b="1" dirty="0"/>
              <a:t>RGPD y LOPDGDD:</a:t>
            </a:r>
            <a:r>
              <a:rPr lang="es-ES" dirty="0"/>
              <a:t> regulan la privacidad y el tratamiento de datos personales.</a:t>
            </a:r>
          </a:p>
          <a:p>
            <a:r>
              <a:rPr lang="es-ES" b="1" dirty="0"/>
              <a:t>Ley de Seguridad Nacional</a:t>
            </a:r>
            <a:r>
              <a:rPr lang="es-ES" dirty="0"/>
              <a:t> y </a:t>
            </a:r>
            <a:r>
              <a:rPr lang="es-ES" b="1" dirty="0"/>
              <a:t>LSSI-CE:</a:t>
            </a:r>
            <a:r>
              <a:rPr lang="es-ES" dirty="0"/>
              <a:t> garantizan la seguridad digital en España.</a:t>
            </a:r>
          </a:p>
          <a:p>
            <a:r>
              <a:rPr lang="es-ES" b="1" dirty="0"/>
              <a:t>Normas internacionales</a:t>
            </a:r>
            <a:r>
              <a:rPr lang="es-ES" dirty="0"/>
              <a:t> (HIPAA, PCI-DSS, GLBA, SOX, FERPA) aplican en contextos sanitarios, financieros y educativos.</a:t>
            </a:r>
            <a:br>
              <a:rPr lang="es-ES" dirty="0"/>
            </a:br>
            <a:r>
              <a:rPr lang="es-ES" dirty="0"/>
              <a:t>Cumplir con ellas protege a la organización y evita sanciones.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0AB3A-BCCA-4FAD-B078-E2BE0D9A2D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72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Resumen:</a:t>
            </a:r>
            <a:br>
              <a:rPr lang="es-ES" dirty="0"/>
            </a:br>
            <a:r>
              <a:rPr lang="es-ES" dirty="0"/>
              <a:t>Los derechos </a:t>
            </a:r>
            <a:r>
              <a:rPr lang="es-ES" b="1" dirty="0"/>
              <a:t>ARCO-POL</a:t>
            </a:r>
            <a:r>
              <a:rPr lang="es-ES" dirty="0"/>
              <a:t> (Acceso, Rectificación, Cancelación, Oposición, Portabilidad, Olvido y Limitación) otorgan a las personas control sobre sus datos.</a:t>
            </a:r>
            <a:br>
              <a:rPr lang="es-ES" dirty="0"/>
            </a:br>
            <a:r>
              <a:rPr lang="es-ES" dirty="0"/>
              <a:t>Existen </a:t>
            </a:r>
            <a:r>
              <a:rPr lang="es-ES" b="1" dirty="0"/>
              <a:t>tres niveles de seguridad</a:t>
            </a:r>
            <a:r>
              <a:rPr lang="es-ES" dirty="0"/>
              <a:t> según la sensibilidad de la información:</a:t>
            </a:r>
          </a:p>
          <a:p>
            <a:r>
              <a:rPr lang="es-ES" b="1" dirty="0"/>
              <a:t>Básico:</a:t>
            </a:r>
            <a:r>
              <a:rPr lang="es-ES" dirty="0"/>
              <a:t> datos identificativos (nombre, dirección).</a:t>
            </a:r>
          </a:p>
          <a:p>
            <a:r>
              <a:rPr lang="es-ES" b="1" dirty="0"/>
              <a:t>Medio:</a:t>
            </a:r>
            <a:r>
              <a:rPr lang="es-ES" dirty="0"/>
              <a:t> información económica o laboral.</a:t>
            </a:r>
          </a:p>
          <a:p>
            <a:r>
              <a:rPr lang="es-ES" b="1" dirty="0"/>
              <a:t>Alto:</a:t>
            </a:r>
            <a:r>
              <a:rPr lang="es-ES" dirty="0"/>
              <a:t> datos sensibles (salud, ideología, religión).</a:t>
            </a:r>
            <a:br>
              <a:rPr lang="es-ES" dirty="0"/>
            </a:br>
            <a:r>
              <a:rPr lang="es-ES" dirty="0"/>
              <a:t>El incumplimiento puede conllevar </a:t>
            </a:r>
            <a:r>
              <a:rPr lang="es-ES" b="1" dirty="0"/>
              <a:t>multas de hasta 600,000 €</a:t>
            </a:r>
            <a:r>
              <a:rPr lang="es-ES" dirty="0"/>
              <a:t>, según la gravedad.</a:t>
            </a:r>
            <a:br>
              <a:rPr lang="es-ES" dirty="0"/>
            </a:br>
            <a:r>
              <a:rPr lang="es-ES" dirty="0"/>
              <a:t>La protección de datos es una responsabilidad ética y legal.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0AB3A-BCCA-4FAD-B078-E2BE0D9A2DD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093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Resumen:</a:t>
            </a:r>
            <a:br>
              <a:rPr lang="es-ES" dirty="0"/>
            </a:br>
            <a:r>
              <a:rPr lang="es-ES" dirty="0"/>
              <a:t>Las empresas que gestionan datos personales de nivel medio o alto deben realizar </a:t>
            </a:r>
            <a:r>
              <a:rPr lang="es-ES" b="1" dirty="0"/>
              <a:t>auditorías bienales</a:t>
            </a:r>
            <a:r>
              <a:rPr lang="es-ES" dirty="0"/>
              <a:t> conforme al </a:t>
            </a:r>
            <a:r>
              <a:rPr lang="es-ES" b="1" dirty="0"/>
              <a:t>Real Decreto 1720/2007 (RDLOPD)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El objetivo es comprobar la existencia de medidas técnicas adecuadas:</a:t>
            </a:r>
          </a:p>
          <a:p>
            <a:r>
              <a:rPr lang="es-ES" dirty="0"/>
              <a:t>Documento o plan de seguridad.</a:t>
            </a:r>
          </a:p>
          <a:p>
            <a:r>
              <a:rPr lang="es-ES" dirty="0"/>
              <a:t>Registro de incidencias.</a:t>
            </a:r>
          </a:p>
          <a:p>
            <a:r>
              <a:rPr lang="es-ES" dirty="0"/>
              <a:t>Control de accesos y gestión de contraseñas.</a:t>
            </a:r>
          </a:p>
          <a:p>
            <a:r>
              <a:rPr lang="es-ES" dirty="0"/>
              <a:t>Copias de respaldo y cifrado de soportes.</a:t>
            </a:r>
            <a:br>
              <a:rPr lang="es-ES" dirty="0"/>
            </a:br>
            <a:r>
              <a:rPr lang="es-ES" dirty="0"/>
              <a:t>Estas auditorías pueden ser </a:t>
            </a:r>
            <a:r>
              <a:rPr lang="es-ES" b="1" dirty="0"/>
              <a:t>internas o externas</a:t>
            </a:r>
            <a:r>
              <a:rPr lang="es-ES" dirty="0"/>
              <a:t>, siendo más válidas las segundas por su imparcialidad.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0AB3A-BCCA-4FAD-B078-E2BE0D9A2DD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37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Resumen:</a:t>
            </a:r>
            <a:br>
              <a:rPr lang="es-ES" dirty="0"/>
            </a:br>
            <a:r>
              <a:rPr lang="es-ES" dirty="0"/>
              <a:t>La </a:t>
            </a:r>
            <a:r>
              <a:rPr lang="es-ES" b="1" dirty="0"/>
              <a:t>Agencia Española de Protección de Datos (AEPD)</a:t>
            </a:r>
            <a:r>
              <a:rPr lang="es-ES" dirty="0"/>
              <a:t> es la autoridad encargada de garantizar el cumplimiento del RGPD y la LOPDGDD.</a:t>
            </a:r>
            <a:br>
              <a:rPr lang="es-ES" dirty="0"/>
            </a:br>
            <a:r>
              <a:rPr lang="es-ES" dirty="0"/>
              <a:t>Opera de forma independiente del gobierno y ofrece herramientas prácticas como </a:t>
            </a:r>
            <a:r>
              <a:rPr lang="es-ES" b="1" dirty="0" err="1"/>
              <a:t>Facilita_RGPD</a:t>
            </a:r>
            <a:r>
              <a:rPr lang="es-ES" dirty="0"/>
              <a:t>, así como guías, vídeos y modelos de cumplimiento.</a:t>
            </a:r>
            <a:br>
              <a:rPr lang="es-ES" dirty="0"/>
            </a:br>
            <a:r>
              <a:rPr lang="es-ES" dirty="0"/>
              <a:t>Su misión es </a:t>
            </a:r>
            <a:r>
              <a:rPr lang="es-ES" b="1" dirty="0"/>
              <a:t>proteger el derecho fundamental a la privacidad</a:t>
            </a:r>
            <a:r>
              <a:rPr lang="es-ES" dirty="0"/>
              <a:t> y sancionar a quienes no cumplan la normativa.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0AB3A-BCCA-4FAD-B078-E2BE0D9A2DD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12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Resumen:</a:t>
            </a:r>
            <a:br>
              <a:rPr lang="es-ES" dirty="0"/>
            </a:br>
            <a:r>
              <a:rPr lang="es-ES" dirty="0"/>
              <a:t>Las auditorías de seguridad son la base de una cultura cibernética madura.</a:t>
            </a:r>
            <a:br>
              <a:rPr lang="es-ES" dirty="0"/>
            </a:br>
            <a:r>
              <a:rPr lang="es-ES" dirty="0"/>
              <a:t>Permiten prevenir ataques, garantizar el cumplimiento normativo y generar confianza en clientes y usuarios.</a:t>
            </a:r>
            <a:br>
              <a:rPr lang="es-ES" dirty="0"/>
            </a:br>
            <a:r>
              <a:rPr lang="es-ES" dirty="0"/>
              <a:t>El éxito depende de tres pilares:</a:t>
            </a:r>
          </a:p>
          <a:p>
            <a:r>
              <a:rPr lang="es-ES" dirty="0"/>
              <a:t>Aplicar </a:t>
            </a:r>
            <a:r>
              <a:rPr lang="es-ES" b="1" dirty="0"/>
              <a:t>metodologías estandarizadas</a:t>
            </a:r>
            <a:r>
              <a:rPr lang="es-ES" dirty="0"/>
              <a:t>.</a:t>
            </a:r>
          </a:p>
          <a:p>
            <a:r>
              <a:rPr lang="es-ES" dirty="0"/>
              <a:t>Cumplir </a:t>
            </a:r>
            <a:r>
              <a:rPr lang="es-ES" b="1" dirty="0"/>
              <a:t>normas y leyes</a:t>
            </a:r>
            <a:r>
              <a:rPr lang="es-ES" dirty="0"/>
              <a:t> de seguridad y protección de datos.</a:t>
            </a:r>
          </a:p>
          <a:p>
            <a:r>
              <a:rPr lang="es-ES" dirty="0"/>
              <a:t>Fomentar la </a:t>
            </a:r>
            <a:r>
              <a:rPr lang="es-ES" b="1" dirty="0"/>
              <a:t>formación continua</a:t>
            </a:r>
            <a:r>
              <a:rPr lang="es-ES" dirty="0"/>
              <a:t> y la </a:t>
            </a:r>
            <a:r>
              <a:rPr lang="es-ES" b="1" dirty="0"/>
              <a:t>ética profesional</a:t>
            </a:r>
            <a:r>
              <a:rPr lang="es-ES" dirty="0"/>
              <a:t> en todos los involucrados.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0AB3A-BCCA-4FAD-B078-E2BE0D9A2DD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548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9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s-ES" sz="4200"/>
              <a:t>Introducción a la Auditoría de Seguridad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91F83D-1B05-E883-CACD-902C606CA5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1453223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Fases del Hacking Ético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DD8155-72BA-596A-9ED2-AEE264DD490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Tipos de Auditorías Éticas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37860B08-85B4-4D4D-6363-FCB666DE165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F845F4-8B8D-4CCE-4B7E-6DB61A99CD9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993" r="1006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Metodologías de Auditoría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3D5E08-E95F-7AEC-A72F-C978B2218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979182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Normas y Legislación en Ciberseguridad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B6629F-96B5-6747-CE2D-5F4259F4AA1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Protección de Datos Personales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EE7D61-4217-1A5A-0F4D-812D249713F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Auditorías LOPD Bienales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0F4D31-8EF9-4B9E-4A86-8F875D694B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Rol de la AEPD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81B45B-D144-6339-6AE1-A953D9D590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2043972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9DB815-145C-E287-8D00-1AC9C267CBB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1165</Words>
  <Application>Microsoft Office PowerPoint</Application>
  <PresentationFormat>Presentación en pantalla (4:3)</PresentationFormat>
  <Paragraphs>93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Introducción a la Auditoría de Seguridad</vt:lpstr>
      <vt:lpstr>Fases del Hacking Ético</vt:lpstr>
      <vt:lpstr>Tipos de Auditorías Éticas</vt:lpstr>
      <vt:lpstr>Metodologías de Auditoría</vt:lpstr>
      <vt:lpstr>Normas y Legislación en Ciberseguridad</vt:lpstr>
      <vt:lpstr>Protección de Datos Personales</vt:lpstr>
      <vt:lpstr>Auditorías LOPD Bienales</vt:lpstr>
      <vt:lpstr>Rol de la AEPD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Auditoría de Seguridad</dc:title>
  <dc:subject/>
  <dc:creator/>
  <cp:keywords/>
  <dc:description>generated using python-pptx</dc:description>
  <cp:lastModifiedBy>Moises Valverde Díaz</cp:lastModifiedBy>
  <cp:revision>1</cp:revision>
  <dcterms:created xsi:type="dcterms:W3CDTF">2013-01-27T09:14:16Z</dcterms:created>
  <dcterms:modified xsi:type="dcterms:W3CDTF">2025-11-11T19:25:05Z</dcterms:modified>
  <cp:category/>
</cp:coreProperties>
</file>